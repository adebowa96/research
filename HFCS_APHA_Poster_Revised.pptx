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s/modernComment_100_C19419DD.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0" r:id="rId1"/>
  </p:sldMasterIdLst>
  <p:notesMasterIdLst>
    <p:notesMasterId r:id="rId3"/>
  </p:notesMasterIdLst>
  <p:sldIdLst>
    <p:sldId id="256" r:id="rId2"/>
  </p:sldIdLst>
  <p:sldSz cx="43891200" cy="32918400"/>
  <p:notesSz cx="9144000" cy="6858000"/>
  <p:defaultTextStyle>
    <a:defPPr>
      <a:defRPr lang="en-US"/>
    </a:defPPr>
    <a:lvl1pPr marL="0" algn="l" defTabSz="2072951" rtl="0" eaLnBrk="1" latinLnBrk="0" hangingPunct="1">
      <a:defRPr sz="8200" kern="1200">
        <a:solidFill>
          <a:schemeClr val="tx1"/>
        </a:solidFill>
        <a:latin typeface="+mn-lt"/>
        <a:ea typeface="+mn-ea"/>
        <a:cs typeface="+mn-cs"/>
      </a:defRPr>
    </a:lvl1pPr>
    <a:lvl2pPr marL="2072951" algn="l" defTabSz="2072951" rtl="0" eaLnBrk="1" latinLnBrk="0" hangingPunct="1">
      <a:defRPr sz="8200" kern="1200">
        <a:solidFill>
          <a:schemeClr val="tx1"/>
        </a:solidFill>
        <a:latin typeface="+mn-lt"/>
        <a:ea typeface="+mn-ea"/>
        <a:cs typeface="+mn-cs"/>
      </a:defRPr>
    </a:lvl2pPr>
    <a:lvl3pPr marL="4145900" algn="l" defTabSz="2072951" rtl="0" eaLnBrk="1" latinLnBrk="0" hangingPunct="1">
      <a:defRPr sz="8200" kern="1200">
        <a:solidFill>
          <a:schemeClr val="tx1"/>
        </a:solidFill>
        <a:latin typeface="+mn-lt"/>
        <a:ea typeface="+mn-ea"/>
        <a:cs typeface="+mn-cs"/>
      </a:defRPr>
    </a:lvl3pPr>
    <a:lvl4pPr marL="6218851" algn="l" defTabSz="2072951" rtl="0" eaLnBrk="1" latinLnBrk="0" hangingPunct="1">
      <a:defRPr sz="8200" kern="1200">
        <a:solidFill>
          <a:schemeClr val="tx1"/>
        </a:solidFill>
        <a:latin typeface="+mn-lt"/>
        <a:ea typeface="+mn-ea"/>
        <a:cs typeface="+mn-cs"/>
      </a:defRPr>
    </a:lvl4pPr>
    <a:lvl5pPr marL="8291798" algn="l" defTabSz="2072951" rtl="0" eaLnBrk="1" latinLnBrk="0" hangingPunct="1">
      <a:defRPr sz="8200" kern="1200">
        <a:solidFill>
          <a:schemeClr val="tx1"/>
        </a:solidFill>
        <a:latin typeface="+mn-lt"/>
        <a:ea typeface="+mn-ea"/>
        <a:cs typeface="+mn-cs"/>
      </a:defRPr>
    </a:lvl5pPr>
    <a:lvl6pPr marL="10364750" algn="l" defTabSz="2072951" rtl="0" eaLnBrk="1" latinLnBrk="0" hangingPunct="1">
      <a:defRPr sz="8200" kern="1200">
        <a:solidFill>
          <a:schemeClr val="tx1"/>
        </a:solidFill>
        <a:latin typeface="+mn-lt"/>
        <a:ea typeface="+mn-ea"/>
        <a:cs typeface="+mn-cs"/>
      </a:defRPr>
    </a:lvl6pPr>
    <a:lvl7pPr marL="12437701" algn="l" defTabSz="2072951" rtl="0" eaLnBrk="1" latinLnBrk="0" hangingPunct="1">
      <a:defRPr sz="8200" kern="1200">
        <a:solidFill>
          <a:schemeClr val="tx1"/>
        </a:solidFill>
        <a:latin typeface="+mn-lt"/>
        <a:ea typeface="+mn-ea"/>
        <a:cs typeface="+mn-cs"/>
      </a:defRPr>
    </a:lvl7pPr>
    <a:lvl8pPr marL="14510648" algn="l" defTabSz="2072951" rtl="0" eaLnBrk="1" latinLnBrk="0" hangingPunct="1">
      <a:defRPr sz="8200" kern="1200">
        <a:solidFill>
          <a:schemeClr val="tx1"/>
        </a:solidFill>
        <a:latin typeface="+mn-lt"/>
        <a:ea typeface="+mn-ea"/>
        <a:cs typeface="+mn-cs"/>
      </a:defRPr>
    </a:lvl8pPr>
    <a:lvl9pPr marL="16583601" algn="l" defTabSz="2072951" rtl="0" eaLnBrk="1" latinLnBrk="0" hangingPunct="1">
      <a:defRPr sz="82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9">
          <p15:clr>
            <a:srgbClr val="A4A3A4"/>
          </p15:clr>
        </p15:guide>
        <p15:guide id="2" pos="16128">
          <p15:clr>
            <a:srgbClr val="A4A3A4"/>
          </p15:clr>
        </p15:guide>
        <p15:guide id="3" pos="13824">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D3083AB-C36B-CFDC-FB20-ECBBB127C0CC}" name="Roberts, Miebaka F." initials="RM" userId="S::mfroberts@carilionclinic.org::4c0b39b9-6c11-4fa1-8e9a-3c411b555404"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5CE1E"/>
    <a:srgbClr val="00C28D"/>
    <a:srgbClr val="00B4FF"/>
    <a:srgbClr val="008080"/>
    <a:srgbClr val="1270FC"/>
    <a:srgbClr val="FFA200"/>
    <a:srgbClr val="008000"/>
    <a:srgbClr val="FFFFFF"/>
    <a:srgbClr val="0A254E"/>
    <a:srgbClr val="0AFF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4B3479-727E-706F-BE3D-CADADAA5DF19}" v="4" dt="2026-09-24T00:56:01.312"/>
  </p1510:revLst>
</p1510:revInfo>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3368" autoAdjust="0"/>
    <p:restoredTop sz="86965" autoAdjust="0"/>
  </p:normalViewPr>
  <p:slideViewPr>
    <p:cSldViewPr snapToGrid="0" snapToObjects="1">
      <p:cViewPr>
        <p:scale>
          <a:sx n="75" d="100"/>
          <a:sy n="75" d="100"/>
        </p:scale>
        <p:origin x="-10740" y="-7866"/>
      </p:cViewPr>
      <p:guideLst>
        <p:guide orient="horz" pos="10369"/>
        <p:guide pos="16128"/>
        <p:guide pos="13824"/>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5/10/relationships/revisionInfo" Target="revisionInfo.xml"/><Relationship Id="rId9"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oleObject" Target="Macintosh%20HD:Users:ryanmontalvo:Documents:Liberty:Research:Spring%202014:Colonizations:Q%20Group:Q%20Group%20Colonization.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Macintosh%20HD:Users:rebekahbetar:Documents:Fabich:Growth%20Curves%20Rocking%20and%20Rolling:Publication-Growth%20Curve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1"/>
    <c:plotArea>
      <c:layout/>
      <c:lineChart>
        <c:grouping val="standard"/>
        <c:varyColors val="0"/>
        <c:ser>
          <c:idx val="2"/>
          <c:order val="0"/>
          <c:tx>
            <c:strRef>
              <c:f>Graph!$C$47</c:f>
              <c:strCache>
                <c:ptCount val="1"/>
              </c:strCache>
            </c:strRef>
          </c:tx>
          <c:cat>
            <c:numRef>
              <c:f>Graph!$B$48:$B$51</c:f>
              <c:numCache>
                <c:formatCode>General</c:formatCode>
                <c:ptCount val="4"/>
              </c:numCache>
            </c:numRef>
          </c:cat>
          <c:val>
            <c:numRef>
              <c:f>Graph!$C$48:$C$51</c:f>
              <c:numCache>
                <c:formatCode>General</c:formatCode>
                <c:ptCount val="4"/>
              </c:numCache>
            </c:numRef>
          </c:val>
          <c:smooth val="0"/>
          <c:extLst>
            <c:ext xmlns:c16="http://schemas.microsoft.com/office/drawing/2014/chart" uri="{C3380CC4-5D6E-409C-BE32-E72D297353CC}">
              <c16:uniqueId val="{00000000-85B9-496C-A6E7-D46121A6D667}"/>
            </c:ext>
          </c:extLst>
        </c:ser>
        <c:ser>
          <c:idx val="3"/>
          <c:order val="1"/>
          <c:tx>
            <c:strRef>
              <c:f>Graph!$D$47</c:f>
              <c:strCache>
                <c:ptCount val="1"/>
              </c:strCache>
            </c:strRef>
          </c:tx>
          <c:cat>
            <c:numRef>
              <c:f>Graph!$B$48:$B$51</c:f>
              <c:numCache>
                <c:formatCode>General</c:formatCode>
                <c:ptCount val="4"/>
              </c:numCache>
            </c:numRef>
          </c:cat>
          <c:val>
            <c:numRef>
              <c:f>Graph!$D$48:$D$51</c:f>
              <c:numCache>
                <c:formatCode>General</c:formatCode>
                <c:ptCount val="4"/>
              </c:numCache>
            </c:numRef>
          </c:val>
          <c:smooth val="0"/>
          <c:extLst>
            <c:ext xmlns:c16="http://schemas.microsoft.com/office/drawing/2014/chart" uri="{C3380CC4-5D6E-409C-BE32-E72D297353CC}">
              <c16:uniqueId val="{00000001-85B9-496C-A6E7-D46121A6D667}"/>
            </c:ext>
          </c:extLst>
        </c:ser>
        <c:dLbls>
          <c:showLegendKey val="0"/>
          <c:showVal val="0"/>
          <c:showCatName val="0"/>
          <c:showSerName val="0"/>
          <c:showPercent val="0"/>
          <c:showBubbleSize val="0"/>
        </c:dLbls>
        <c:marker val="1"/>
        <c:smooth val="0"/>
        <c:axId val="2087559344"/>
        <c:axId val="2086697360"/>
      </c:lineChart>
      <c:catAx>
        <c:axId val="2087559344"/>
        <c:scaling>
          <c:orientation val="minMax"/>
        </c:scaling>
        <c:delete val="0"/>
        <c:axPos val="b"/>
        <c:title>
          <c:tx>
            <c:rich>
              <a:bodyPr/>
              <a:lstStyle/>
              <a:p>
                <a:pPr>
                  <a:defRPr/>
                </a:pPr>
                <a:r>
                  <a:rPr lang="en-US"/>
                  <a:t>Days</a:t>
                </a:r>
              </a:p>
            </c:rich>
          </c:tx>
          <c:overlay val="0"/>
        </c:title>
        <c:numFmt formatCode="General" sourceLinked="1"/>
        <c:majorTickMark val="out"/>
        <c:minorTickMark val="none"/>
        <c:tickLblPos val="nextTo"/>
        <c:crossAx val="2086697360"/>
        <c:crosses val="autoZero"/>
        <c:auto val="1"/>
        <c:lblAlgn val="ctr"/>
        <c:lblOffset val="100"/>
        <c:noMultiLvlLbl val="0"/>
      </c:catAx>
      <c:valAx>
        <c:axId val="2086697360"/>
        <c:scaling>
          <c:orientation val="minMax"/>
        </c:scaling>
        <c:delete val="0"/>
        <c:axPos val="l"/>
        <c:title>
          <c:tx>
            <c:rich>
              <a:bodyPr rot="-5400000" vert="horz"/>
              <a:lstStyle/>
              <a:p>
                <a:pPr>
                  <a:defRPr/>
                </a:pPr>
                <a:r>
                  <a:rPr lang="en-US"/>
                  <a:t>Log CFU/G Feces</a:t>
                </a:r>
              </a:p>
            </c:rich>
          </c:tx>
          <c:overlay val="0"/>
        </c:title>
        <c:numFmt formatCode="General" sourceLinked="1"/>
        <c:majorTickMark val="out"/>
        <c:minorTickMark val="none"/>
        <c:tickLblPos val="nextTo"/>
        <c:crossAx val="2087559344"/>
        <c:crosses val="autoZero"/>
        <c:crossBetween val="between"/>
      </c:valAx>
      <c:spPr>
        <a:noFill/>
        <a:ln w="25400">
          <a:noFill/>
        </a:ln>
      </c:spPr>
    </c:plotArea>
    <c:legend>
      <c:legendPos val="r"/>
      <c:legendEntry>
        <c:idx val="0"/>
        <c:delete val="1"/>
      </c:legendEntry>
      <c:legendEntry>
        <c:idx val="1"/>
        <c:delete val="1"/>
      </c:legendEntry>
      <c:layout>
        <c:manualLayout>
          <c:xMode val="edge"/>
          <c:yMode val="edge"/>
          <c:x val="0.80384573311613805"/>
          <c:y val="0.53612258863681606"/>
          <c:w val="0.167304016632842"/>
          <c:h val="0.22093414065816"/>
        </c:manualLayout>
      </c:layout>
      <c:overlay val="1"/>
    </c:legend>
    <c:plotVisOnly val="1"/>
    <c:dispBlanksAs val="gap"/>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18"/>
    </mc:Choice>
    <mc:Fallback>
      <c:style val="18"/>
    </mc:Fallback>
  </mc:AlternateContent>
  <c:chart>
    <c:title>
      <c:tx>
        <c:rich>
          <a:bodyPr/>
          <a:lstStyle/>
          <a:p>
            <a:pPr>
              <a:defRPr/>
            </a:pPr>
            <a:r>
              <a:rPr lang="en-US" dirty="0"/>
              <a:t>MG1655 µ on 0.02% Lactose</a:t>
            </a:r>
            <a:endParaRPr lang="en-US" baseline="0" dirty="0"/>
          </a:p>
        </c:rich>
      </c:tx>
      <c:overlay val="0"/>
    </c:title>
    <c:autoTitleDeleted val="0"/>
    <c:plotArea>
      <c:layout/>
      <c:barChart>
        <c:barDir val="col"/>
        <c:grouping val="clustered"/>
        <c:varyColors val="0"/>
        <c:dLbls>
          <c:showLegendKey val="0"/>
          <c:showVal val="0"/>
          <c:showCatName val="0"/>
          <c:showSerName val="0"/>
          <c:showPercent val="0"/>
          <c:showBubbleSize val="0"/>
        </c:dLbls>
        <c:gapWidth val="150"/>
        <c:axId val="2102178064"/>
        <c:axId val="2102151680"/>
      </c:barChart>
      <c:catAx>
        <c:axId val="2102178064"/>
        <c:scaling>
          <c:orientation val="minMax"/>
        </c:scaling>
        <c:delete val="1"/>
        <c:axPos val="b"/>
        <c:title>
          <c:tx>
            <c:rich>
              <a:bodyPr/>
              <a:lstStyle/>
              <a:p>
                <a:pPr>
                  <a:defRPr/>
                </a:pPr>
                <a:r>
                  <a:rPr lang="en-US" dirty="0"/>
                  <a:t>MG1655</a:t>
                </a:r>
                <a:r>
                  <a:rPr lang="en-US" baseline="0" dirty="0"/>
                  <a:t>                                 MG1655∆</a:t>
                </a:r>
                <a:r>
                  <a:rPr lang="en-US" i="1" baseline="0" dirty="0"/>
                  <a:t>qseC</a:t>
                </a:r>
                <a:endParaRPr lang="en-US" i="1" dirty="0"/>
              </a:p>
            </c:rich>
          </c:tx>
          <c:layout>
            <c:manualLayout>
              <c:xMode val="edge"/>
              <c:yMode val="edge"/>
              <c:x val="0.22462529667505099"/>
              <c:y val="0.88977695985336502"/>
            </c:manualLayout>
          </c:layout>
          <c:overlay val="0"/>
        </c:title>
        <c:majorTickMark val="out"/>
        <c:minorTickMark val="none"/>
        <c:tickLblPos val="nextTo"/>
        <c:crossAx val="2102151680"/>
        <c:crosses val="autoZero"/>
        <c:auto val="0"/>
        <c:lblAlgn val="ctr"/>
        <c:lblOffset val="100"/>
        <c:noMultiLvlLbl val="0"/>
      </c:catAx>
      <c:valAx>
        <c:axId val="2102151680"/>
        <c:scaling>
          <c:orientation val="minMax"/>
        </c:scaling>
        <c:delete val="0"/>
        <c:axPos val="l"/>
        <c:majorGridlines/>
        <c:numFmt formatCode="General" sourceLinked="1"/>
        <c:majorTickMark val="out"/>
        <c:minorTickMark val="none"/>
        <c:tickLblPos val="nextTo"/>
        <c:crossAx val="2102178064"/>
        <c:crosses val="autoZero"/>
        <c:crossBetween val="between"/>
      </c:valAx>
      <c:spPr>
        <a:noFill/>
        <a:ln w="25400">
          <a:noFill/>
        </a:ln>
      </c:spPr>
    </c:plotArea>
    <c:plotVisOnly val="1"/>
    <c:dispBlanksAs val="gap"/>
    <c:showDLblsOverMax val="0"/>
  </c:chart>
  <c:externalData r:id="rId1">
    <c:autoUpdate val="0"/>
  </c:externalData>
</c:chartSpace>
</file>

<file path=ppt/comments/modernComment_100_C19419DD.xml><?xml version="1.0" encoding="utf-8"?>
<p188:cmLst xmlns:a="http://schemas.openxmlformats.org/drawingml/2006/main" xmlns:r="http://schemas.openxmlformats.org/officeDocument/2006/relationships" xmlns:p188="http://schemas.microsoft.com/office/powerpoint/2018/8/main">
  <p188:cm id="{FE5399A7-78A7-4B98-8D6D-01498BD19095}" authorId="{9D3083AB-C36B-CFDC-FB20-ECBBB127C0CC}" created="2026-09-24T00:51:49.550">
    <ac:deMkLst xmlns:ac="http://schemas.microsoft.com/office/drawing/2013/main/command">
      <pc:docMk xmlns:pc="http://schemas.microsoft.com/office/powerpoint/2013/main/command"/>
      <pc:sldMk xmlns:pc="http://schemas.microsoft.com/office/powerpoint/2013/main/command" cId="3247708637" sldId="256"/>
      <ac:spMk id="312" creationId="{00000000-0000-0000-0000-000000000000}"/>
    </ac:deMkLst>
    <p188:txBody>
      <a:bodyPr/>
      <a:lstStyle/>
      <a:p>
        <a:r>
          <a:rPr lang="en-US"/>
          <a:t>make the words larger nobody can read theses</a:t>
        </a:r>
      </a:p>
    </p188:txBody>
  </p188:cm>
  <p188:cm id="{206FB453-9B99-496D-951F-CB8FAB06DCF2}" authorId="{9D3083AB-C36B-CFDC-FB20-ECBBB127C0CC}" created="2026-09-24T00:53:08.428">
    <ac:deMkLst xmlns:ac="http://schemas.microsoft.com/office/drawing/2013/main/command">
      <pc:docMk xmlns:pc="http://schemas.microsoft.com/office/powerpoint/2013/main/command"/>
      <pc:sldMk xmlns:pc="http://schemas.microsoft.com/office/powerpoint/2013/main/command" cId="3247708637" sldId="256"/>
      <ac:spMk id="4" creationId="{00000000-0000-0000-0000-000000000000}"/>
    </ac:deMkLst>
    <p188:txBody>
      <a:bodyPr/>
      <a:lstStyle/>
      <a:p>
        <a:r>
          <a:rPr lang="en-US"/>
          <a:t>where are our names</a:t>
        </a:r>
      </a:p>
    </p188:txBody>
  </p188:cm>
  <p188:cm id="{3CEF1DBF-BC0A-48AB-A24B-C21412AE7222}" authorId="{9D3083AB-C36B-CFDC-FB20-ECBBB127C0CC}" created="2026-09-24T00:54:16.867">
    <ac:deMkLst xmlns:ac="http://schemas.microsoft.com/office/drawing/2013/main/command">
      <pc:docMk xmlns:pc="http://schemas.microsoft.com/office/powerpoint/2013/main/command"/>
      <pc:sldMk xmlns:pc="http://schemas.microsoft.com/office/powerpoint/2013/main/command" cId="3247708637" sldId="256"/>
      <ac:spMk id="323" creationId="{00000000-0000-0000-0000-000000000000}"/>
    </ac:deMkLst>
    <p188:txBody>
      <a:bodyPr/>
      <a:lstStyle/>
      <a:p>
        <a:r>
          <a:rPr lang="en-US"/>
          <a:t>you can remove the references nobody cares about this just remove it and make more space to enlarge the order text</a:t>
        </a:r>
      </a:p>
    </p188:txBody>
  </p188:cm>
  <p188:cm id="{684E5393-9DAC-4548-BCBC-64CA5FEF00E0}" authorId="{9D3083AB-C36B-CFDC-FB20-ECBBB127C0CC}" created="2026-09-24T00:56:01.312">
    <ac:deMkLst xmlns:ac="http://schemas.microsoft.com/office/drawing/2013/main/command">
      <pc:docMk xmlns:pc="http://schemas.microsoft.com/office/powerpoint/2013/main/command"/>
      <pc:sldMk xmlns:pc="http://schemas.microsoft.com/office/powerpoint/2013/main/command" cId="3247708637" sldId="256"/>
      <ac:picMk id="3" creationId="{3F0560BD-D7F3-094E-AB70-54F1DF79AEB2}"/>
    </ac:deMkLst>
    <p188:txBody>
      <a:bodyPr/>
      <a:lstStyle/>
      <a:p>
        <a:r>
          <a:rPr lang="en-US"/>
          <a:t>remove this image its the same thing as the one beside it</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36263FE2-9438-354A-B60A-5A471281E58B}" type="datetimeFigureOut">
              <a:rPr lang="en-US" smtClean="0"/>
              <a:t>9/23/2026</a:t>
            </a:fld>
            <a:endParaRPr lang="en-US"/>
          </a:p>
        </p:txBody>
      </p:sp>
      <p:sp>
        <p:nvSpPr>
          <p:cNvPr id="4" name="Slide Image Placeholder 3"/>
          <p:cNvSpPr>
            <a:spLocks noGrp="1" noRot="1" noChangeAspect="1"/>
          </p:cNvSpPr>
          <p:nvPr>
            <p:ph type="sldImg" idx="2"/>
          </p:nvPr>
        </p:nvSpPr>
        <p:spPr>
          <a:xfrm>
            <a:off x="2857500" y="514350"/>
            <a:ext cx="3429000" cy="25717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257550"/>
            <a:ext cx="73152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513"/>
            <a:ext cx="3962400" cy="342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80013" y="6513513"/>
            <a:ext cx="3962400" cy="342900"/>
          </a:xfrm>
          <a:prstGeom prst="rect">
            <a:avLst/>
          </a:prstGeom>
        </p:spPr>
        <p:txBody>
          <a:bodyPr vert="horz" lIns="91440" tIns="45720" rIns="91440" bIns="45720" rtlCol="0" anchor="b"/>
          <a:lstStyle>
            <a:lvl1pPr algn="r">
              <a:defRPr sz="1200"/>
            </a:lvl1pPr>
          </a:lstStyle>
          <a:p>
            <a:fld id="{FECA9BC3-5A08-5C40-8DE6-1B49CE826337}" type="slidenum">
              <a:rPr lang="en-US" smtClean="0"/>
              <a:t>‹#›</a:t>
            </a:fld>
            <a:endParaRPr lang="en-US"/>
          </a:p>
        </p:txBody>
      </p:sp>
    </p:spTree>
    <p:extLst>
      <p:ext uri="{BB962C8B-B14F-4D97-AF65-F5344CB8AC3E}">
        <p14:creationId xmlns:p14="http://schemas.microsoft.com/office/powerpoint/2010/main" val="3278815488"/>
      </p:ext>
    </p:extLst>
  </p:cSld>
  <p:clrMap bg1="lt1" tx1="dk1" bg2="lt2" tx2="dk2" accent1="accent1" accent2="accent2" accent3="accent3" accent4="accent4" accent5="accent5" accent6="accent6" hlink="hlink" folHlink="folHlink"/>
  <p:notesStyle>
    <a:lvl1pPr marL="0" algn="l" defTabSz="477467" rtl="0" eaLnBrk="1" latinLnBrk="0" hangingPunct="1">
      <a:defRPr sz="1300" kern="1200">
        <a:solidFill>
          <a:schemeClr val="tx1"/>
        </a:solidFill>
        <a:latin typeface="+mn-lt"/>
        <a:ea typeface="+mn-ea"/>
        <a:cs typeface="+mn-cs"/>
      </a:defRPr>
    </a:lvl1pPr>
    <a:lvl2pPr marL="477467" algn="l" defTabSz="477467" rtl="0" eaLnBrk="1" latinLnBrk="0" hangingPunct="1">
      <a:defRPr sz="1300" kern="1200">
        <a:solidFill>
          <a:schemeClr val="tx1"/>
        </a:solidFill>
        <a:latin typeface="+mn-lt"/>
        <a:ea typeface="+mn-ea"/>
        <a:cs typeface="+mn-cs"/>
      </a:defRPr>
    </a:lvl2pPr>
    <a:lvl3pPr marL="954936" algn="l" defTabSz="477467" rtl="0" eaLnBrk="1" latinLnBrk="0" hangingPunct="1">
      <a:defRPr sz="1300" kern="1200">
        <a:solidFill>
          <a:schemeClr val="tx1"/>
        </a:solidFill>
        <a:latin typeface="+mn-lt"/>
        <a:ea typeface="+mn-ea"/>
        <a:cs typeface="+mn-cs"/>
      </a:defRPr>
    </a:lvl3pPr>
    <a:lvl4pPr marL="1432403" algn="l" defTabSz="477467" rtl="0" eaLnBrk="1" latinLnBrk="0" hangingPunct="1">
      <a:defRPr sz="1300" kern="1200">
        <a:solidFill>
          <a:schemeClr val="tx1"/>
        </a:solidFill>
        <a:latin typeface="+mn-lt"/>
        <a:ea typeface="+mn-ea"/>
        <a:cs typeface="+mn-cs"/>
      </a:defRPr>
    </a:lvl4pPr>
    <a:lvl5pPr marL="1909870" algn="l" defTabSz="477467" rtl="0" eaLnBrk="1" latinLnBrk="0" hangingPunct="1">
      <a:defRPr sz="1300" kern="1200">
        <a:solidFill>
          <a:schemeClr val="tx1"/>
        </a:solidFill>
        <a:latin typeface="+mn-lt"/>
        <a:ea typeface="+mn-ea"/>
        <a:cs typeface="+mn-cs"/>
      </a:defRPr>
    </a:lvl5pPr>
    <a:lvl6pPr marL="2387337" algn="l" defTabSz="477467" rtl="0" eaLnBrk="1" latinLnBrk="0" hangingPunct="1">
      <a:defRPr sz="1300" kern="1200">
        <a:solidFill>
          <a:schemeClr val="tx1"/>
        </a:solidFill>
        <a:latin typeface="+mn-lt"/>
        <a:ea typeface="+mn-ea"/>
        <a:cs typeface="+mn-cs"/>
      </a:defRPr>
    </a:lvl6pPr>
    <a:lvl7pPr marL="2864805" algn="l" defTabSz="477467" rtl="0" eaLnBrk="1" latinLnBrk="0" hangingPunct="1">
      <a:defRPr sz="1300" kern="1200">
        <a:solidFill>
          <a:schemeClr val="tx1"/>
        </a:solidFill>
        <a:latin typeface="+mn-lt"/>
        <a:ea typeface="+mn-ea"/>
        <a:cs typeface="+mn-cs"/>
      </a:defRPr>
    </a:lvl7pPr>
    <a:lvl8pPr marL="3342272" algn="l" defTabSz="477467" rtl="0" eaLnBrk="1" latinLnBrk="0" hangingPunct="1">
      <a:defRPr sz="1300" kern="1200">
        <a:solidFill>
          <a:schemeClr val="tx1"/>
        </a:solidFill>
        <a:latin typeface="+mn-lt"/>
        <a:ea typeface="+mn-ea"/>
        <a:cs typeface="+mn-cs"/>
      </a:defRPr>
    </a:lvl8pPr>
    <a:lvl9pPr marL="3819741" algn="l" defTabSz="477467"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857500" y="514350"/>
            <a:ext cx="3429000" cy="257175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ECA9BC3-5A08-5C40-8DE6-1B49CE826337}" type="slidenum">
              <a:rPr lang="en-US" smtClean="0"/>
              <a:t>1</a:t>
            </a:fld>
            <a:endParaRPr lang="en-US"/>
          </a:p>
        </p:txBody>
      </p:sp>
    </p:spTree>
    <p:extLst>
      <p:ext uri="{BB962C8B-B14F-4D97-AF65-F5344CB8AC3E}">
        <p14:creationId xmlns:p14="http://schemas.microsoft.com/office/powerpoint/2010/main" val="2332982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934496" y="8493799"/>
            <a:ext cx="33984125" cy="8778245"/>
          </a:xfrm>
        </p:spPr>
        <p:txBody>
          <a:bodyPr anchor="b">
            <a:normAutofit/>
          </a:bodyPr>
          <a:lstStyle>
            <a:lvl1pPr algn="ctr">
              <a:defRPr sz="25920"/>
            </a:lvl1pPr>
          </a:lstStyle>
          <a:p>
            <a:r>
              <a:rPr lang="en-US"/>
              <a:t>Click to edit Master title style</a:t>
            </a:r>
            <a:endParaRPr lang="en-US" dirty="0"/>
          </a:p>
        </p:txBody>
      </p:sp>
      <p:sp>
        <p:nvSpPr>
          <p:cNvPr id="3" name="Subtitle 2"/>
          <p:cNvSpPr>
            <a:spLocks noGrp="1"/>
          </p:cNvSpPr>
          <p:nvPr>
            <p:ph type="subTitle" idx="1"/>
          </p:nvPr>
        </p:nvSpPr>
        <p:spPr>
          <a:xfrm>
            <a:off x="4934496" y="17272029"/>
            <a:ext cx="33984125" cy="5039362"/>
          </a:xfrm>
        </p:spPr>
        <p:txBody>
          <a:bodyPr anchor="t"/>
          <a:lstStyle>
            <a:lvl1pPr marL="0" indent="0" algn="ctr">
              <a:buNone/>
              <a:defRPr>
                <a:solidFill>
                  <a:schemeClr val="tx1"/>
                </a:solidFill>
              </a:defRPr>
            </a:lvl1pPr>
            <a:lvl2pPr marL="2194560" indent="0" algn="ctr">
              <a:buNone/>
              <a:defRPr>
                <a:solidFill>
                  <a:schemeClr val="tx1">
                    <a:tint val="75000"/>
                  </a:schemeClr>
                </a:solidFill>
              </a:defRPr>
            </a:lvl2pPr>
            <a:lvl3pPr marL="4389120" indent="0" algn="ctr">
              <a:buNone/>
              <a:defRPr>
                <a:solidFill>
                  <a:schemeClr val="tx1">
                    <a:tint val="75000"/>
                  </a:schemeClr>
                </a:solidFill>
              </a:defRPr>
            </a:lvl3pPr>
            <a:lvl4pPr marL="6583680" indent="0" algn="ctr">
              <a:buNone/>
              <a:defRPr>
                <a:solidFill>
                  <a:schemeClr val="tx1">
                    <a:tint val="75000"/>
                  </a:schemeClr>
                </a:solidFill>
              </a:defRPr>
            </a:lvl4pPr>
            <a:lvl5pPr marL="8778240" indent="0" algn="ctr">
              <a:buNone/>
              <a:defRPr>
                <a:solidFill>
                  <a:schemeClr val="tx1">
                    <a:tint val="75000"/>
                  </a:schemeClr>
                </a:solidFill>
              </a:defRPr>
            </a:lvl5pPr>
            <a:lvl6pPr marL="10972800" indent="0" algn="ctr">
              <a:buNone/>
              <a:defRPr>
                <a:solidFill>
                  <a:schemeClr val="tx1">
                    <a:tint val="75000"/>
                  </a:schemeClr>
                </a:solidFill>
              </a:defRPr>
            </a:lvl6pPr>
            <a:lvl7pPr marL="13167360" indent="0" algn="ctr">
              <a:buNone/>
              <a:defRPr>
                <a:solidFill>
                  <a:schemeClr val="tx1">
                    <a:tint val="75000"/>
                  </a:schemeClr>
                </a:solidFill>
              </a:defRPr>
            </a:lvl7pPr>
            <a:lvl8pPr marL="15361920" indent="0" algn="ctr">
              <a:buNone/>
              <a:defRPr>
                <a:solidFill>
                  <a:schemeClr val="tx1">
                    <a:tint val="75000"/>
                  </a:schemeClr>
                </a:solidFill>
              </a:defRPr>
            </a:lvl8pPr>
            <a:lvl9pPr marL="1755648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2335667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6675388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63447" y="8453129"/>
            <a:ext cx="34525982" cy="8778302"/>
          </a:xfrm>
        </p:spPr>
        <p:txBody>
          <a:bodyPr anchor="b"/>
          <a:lstStyle>
            <a:lvl1pPr algn="ctr">
              <a:defRPr sz="19200" b="0" cap="none"/>
            </a:lvl1pPr>
          </a:lstStyle>
          <a:p>
            <a:r>
              <a:rPr lang="en-US"/>
              <a:t>Click to edit Master title style</a:t>
            </a:r>
            <a:endParaRPr lang="en-US" dirty="0"/>
          </a:p>
        </p:txBody>
      </p:sp>
      <p:sp>
        <p:nvSpPr>
          <p:cNvPr id="3" name="Text Placeholder 2"/>
          <p:cNvSpPr>
            <a:spLocks noGrp="1"/>
          </p:cNvSpPr>
          <p:nvPr>
            <p:ph type="body" idx="1"/>
          </p:nvPr>
        </p:nvSpPr>
        <p:spPr>
          <a:xfrm>
            <a:off x="4663447" y="17231419"/>
            <a:ext cx="34525982" cy="7233859"/>
          </a:xfrm>
        </p:spPr>
        <p:txBody>
          <a:bodyPr anchor="t"/>
          <a:lstStyle>
            <a:lvl1pPr marL="0" indent="0" algn="ctr">
              <a:buNone/>
              <a:defRPr sz="9600">
                <a:solidFill>
                  <a:schemeClr val="tx1"/>
                </a:solidFill>
              </a:defRPr>
            </a:lvl1pPr>
            <a:lvl2pPr marL="2194560" indent="0">
              <a:buNone/>
              <a:defRPr sz="8640">
                <a:solidFill>
                  <a:schemeClr val="tx1">
                    <a:tint val="75000"/>
                  </a:schemeClr>
                </a:solidFill>
              </a:defRPr>
            </a:lvl2pPr>
            <a:lvl3pPr marL="4389120" indent="0">
              <a:buNone/>
              <a:defRPr sz="7680">
                <a:solidFill>
                  <a:schemeClr val="tx1">
                    <a:tint val="75000"/>
                  </a:schemeClr>
                </a:solidFill>
              </a:defRPr>
            </a:lvl3pPr>
            <a:lvl4pPr marL="6583680" indent="0">
              <a:buNone/>
              <a:defRPr sz="6720">
                <a:solidFill>
                  <a:schemeClr val="tx1">
                    <a:tint val="75000"/>
                  </a:schemeClr>
                </a:solidFill>
              </a:defRPr>
            </a:lvl4pPr>
            <a:lvl5pPr marL="8778240" indent="0">
              <a:buNone/>
              <a:defRPr sz="6720">
                <a:solidFill>
                  <a:schemeClr val="tx1">
                    <a:tint val="75000"/>
                  </a:schemeClr>
                </a:solidFill>
              </a:defRPr>
            </a:lvl5pPr>
            <a:lvl6pPr marL="10972800" indent="0">
              <a:buNone/>
              <a:defRPr sz="6720">
                <a:solidFill>
                  <a:schemeClr val="tx1">
                    <a:tint val="75000"/>
                  </a:schemeClr>
                </a:solidFill>
              </a:defRPr>
            </a:lvl6pPr>
            <a:lvl7pPr marL="13167360" indent="0">
              <a:buNone/>
              <a:defRPr sz="6720">
                <a:solidFill>
                  <a:schemeClr val="tx1">
                    <a:tint val="75000"/>
                  </a:schemeClr>
                </a:solidFill>
              </a:defRPr>
            </a:lvl7pPr>
            <a:lvl8pPr marL="15361920" indent="0">
              <a:buNone/>
              <a:defRPr sz="6720">
                <a:solidFill>
                  <a:schemeClr val="tx1">
                    <a:tint val="75000"/>
                  </a:schemeClr>
                </a:solidFill>
              </a:defRPr>
            </a:lvl8pPr>
            <a:lvl9pPr marL="17556480" indent="0">
              <a:buNone/>
              <a:defRPr sz="672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3D97CC-475F-BE49-B579-6BFEF977A37E}"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468921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289668" y="8315755"/>
            <a:ext cx="18217790" cy="1948200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2330414" y="8315762"/>
            <a:ext cx="18232795" cy="194820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410031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9659" y="8497553"/>
            <a:ext cx="18179630" cy="19742174"/>
          </a:xfrm>
          <a:prstGeom prst="rect">
            <a:avLst/>
          </a:prstGeom>
        </p:spPr>
      </p:pic>
      <p:pic>
        <p:nvPicPr>
          <p:cNvPr id="14" name="Picture 13" descr="Slate-V2-S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83579" y="8497553"/>
            <a:ext cx="18179630" cy="19742174"/>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3621139" y="8809219"/>
            <a:ext cx="17554838" cy="2615443"/>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4" name="Content Placeholder 3"/>
          <p:cNvSpPr>
            <a:spLocks noGrp="1"/>
          </p:cNvSpPr>
          <p:nvPr>
            <p:ph sz="half" idx="2"/>
          </p:nvPr>
        </p:nvSpPr>
        <p:spPr>
          <a:xfrm>
            <a:off x="3621139" y="11424665"/>
            <a:ext cx="17554838"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2661880" y="8809227"/>
            <a:ext cx="17623190" cy="2615438"/>
          </a:xfrm>
        </p:spPr>
        <p:txBody>
          <a:bodyPr anchor="b">
            <a:noAutofit/>
          </a:bodyPr>
          <a:lstStyle>
            <a:lvl1pPr marL="0" indent="0" algn="ctr">
              <a:buNone/>
              <a:defRPr sz="11520" b="0"/>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6" name="Content Placeholder 5"/>
          <p:cNvSpPr>
            <a:spLocks noGrp="1"/>
          </p:cNvSpPr>
          <p:nvPr>
            <p:ph sz="quarter" idx="4"/>
          </p:nvPr>
        </p:nvSpPr>
        <p:spPr>
          <a:xfrm>
            <a:off x="22661880" y="11424665"/>
            <a:ext cx="17623190" cy="16373102"/>
          </a:xfrm>
        </p:spPr>
        <p:txBody>
          <a:bodyPr anchor="t">
            <a:normAutofit/>
          </a:bodyPr>
          <a:lstStyle>
            <a:lvl1pPr>
              <a:defRPr sz="8640"/>
            </a:lvl1pPr>
            <a:lvl2pPr>
              <a:defRPr sz="7680"/>
            </a:lvl2pPr>
            <a:lvl3pPr>
              <a:defRPr sz="6720"/>
            </a:lvl3pPr>
            <a:lvl4pPr>
              <a:defRPr sz="5760"/>
            </a:lvl4pPr>
            <a:lvl5pPr>
              <a:defRPr sz="576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3D97CC-475F-BE49-B579-6BFEF977A37E}"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353281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3D97CC-475F-BE49-B579-6BFEF977A37E}"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468241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3D97CC-475F-BE49-B579-6BFEF977A37E}"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7077068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8" y="2926080"/>
            <a:ext cx="13344802" cy="8745206"/>
          </a:xfrm>
        </p:spPr>
        <p:txBody>
          <a:bodyPr anchor="b">
            <a:normAutofit/>
          </a:bodyPr>
          <a:lstStyle>
            <a:lvl1pPr algn="ctr">
              <a:defRPr sz="11520" b="0"/>
            </a:lvl1pPr>
          </a:lstStyle>
          <a:p>
            <a:r>
              <a:rPr lang="en-US"/>
              <a:t>Click to edit Master title style</a:t>
            </a:r>
            <a:endParaRPr lang="en-US" dirty="0"/>
          </a:p>
        </p:txBody>
      </p:sp>
      <p:sp>
        <p:nvSpPr>
          <p:cNvPr id="3" name="Content Placeholder 2"/>
          <p:cNvSpPr>
            <a:spLocks noGrp="1"/>
          </p:cNvSpPr>
          <p:nvPr>
            <p:ph idx="1"/>
          </p:nvPr>
        </p:nvSpPr>
        <p:spPr>
          <a:xfrm>
            <a:off x="17480283" y="2926080"/>
            <a:ext cx="23082926" cy="2487168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289668" y="11671289"/>
            <a:ext cx="13344802" cy="16126469"/>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66153333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2" name="Picture 11" descr="Slate-V2-S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255938" y="2927630"/>
            <a:ext cx="16455101" cy="24986266"/>
          </a:xfrm>
          <a:prstGeom prst="rect">
            <a:avLst/>
          </a:prstGeom>
        </p:spPr>
      </p:pic>
      <p:sp>
        <p:nvSpPr>
          <p:cNvPr id="2" name="Title 1"/>
          <p:cNvSpPr>
            <a:spLocks noGrp="1"/>
          </p:cNvSpPr>
          <p:nvPr>
            <p:ph type="title"/>
          </p:nvPr>
        </p:nvSpPr>
        <p:spPr>
          <a:xfrm>
            <a:off x="3289666" y="2927631"/>
            <a:ext cx="18838445" cy="8780822"/>
          </a:xfrm>
        </p:spPr>
        <p:txBody>
          <a:bodyPr anchor="b">
            <a:noAutofit/>
          </a:bodyPr>
          <a:lstStyle>
            <a:lvl1pPr algn="ctr">
              <a:defRPr sz="1536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88297" y="3571147"/>
            <a:ext cx="15193800" cy="23581546"/>
          </a:xfr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4" name="Text Placeholder 3"/>
          <p:cNvSpPr>
            <a:spLocks noGrp="1"/>
          </p:cNvSpPr>
          <p:nvPr>
            <p:ph type="body" sz="half" idx="2"/>
          </p:nvPr>
        </p:nvSpPr>
        <p:spPr>
          <a:xfrm>
            <a:off x="3289666" y="11708453"/>
            <a:ext cx="18838445" cy="16205443"/>
          </a:xfrm>
        </p:spPr>
        <p:txBody>
          <a:bodyPr anchor="t">
            <a:normAutofit/>
          </a:bodyPr>
          <a:lstStyle>
            <a:lvl1pPr marL="0" indent="0" algn="ctr">
              <a:buNone/>
              <a:defRPr sz="768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9752107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Slate-V2-S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71176" y="2592408"/>
            <a:ext cx="36748848" cy="18404995"/>
          </a:xfrm>
          <a:prstGeom prst="rect">
            <a:avLst/>
          </a:prstGeom>
        </p:spPr>
      </p:pic>
      <p:sp>
        <p:nvSpPr>
          <p:cNvPr id="2" name="Title 1"/>
          <p:cNvSpPr>
            <a:spLocks noGrp="1"/>
          </p:cNvSpPr>
          <p:nvPr>
            <p:ph type="title"/>
          </p:nvPr>
        </p:nvSpPr>
        <p:spPr>
          <a:xfrm>
            <a:off x="3289702" y="21913224"/>
            <a:ext cx="37279176" cy="2608666"/>
          </a:xfrm>
        </p:spPr>
        <p:txBody>
          <a:bodyPr anchor="b">
            <a:normAutofit/>
          </a:bodyPr>
          <a:lstStyle>
            <a:lvl1pPr algn="ctr">
              <a:defRPr sz="13440"/>
            </a:lvl1pPr>
          </a:lstStyle>
          <a:p>
            <a:r>
              <a:rPr lang="en-US"/>
              <a:t>Click to edit Master title style</a:t>
            </a:r>
            <a:endParaRPr lang="en-US" dirty="0"/>
          </a:p>
        </p:txBody>
      </p:sp>
      <p:sp>
        <p:nvSpPr>
          <p:cNvPr id="3" name="Picture Placeholder 2"/>
          <p:cNvSpPr>
            <a:spLocks noGrp="1" noChangeAspect="1"/>
          </p:cNvSpPr>
          <p:nvPr>
            <p:ph type="pic" idx="1"/>
          </p:nvPr>
        </p:nvSpPr>
        <p:spPr>
          <a:xfrm>
            <a:off x="4445842" y="3336050"/>
            <a:ext cx="34970880" cy="16923221"/>
          </a:xfrm>
          <a:effectLst>
            <a:outerShdw blurRad="38100" dist="25400" dir="4440000">
              <a:srgbClr val="000000">
                <a:alpha val="36000"/>
              </a:srgbClr>
            </a:outerShdw>
          </a:effectLst>
        </p:spPr>
        <p:txBody>
          <a:bodyPr anchor="t">
            <a:normAutofit/>
          </a:bodyPr>
          <a:lstStyle>
            <a:lvl1pPr marL="0" indent="0" algn="ctr">
              <a:buNone/>
              <a:defRPr sz="9600"/>
            </a:lvl1pPr>
            <a:lvl2pPr marL="2194560" indent="0">
              <a:buNone/>
              <a:defRPr sz="9600"/>
            </a:lvl2pPr>
            <a:lvl3pPr marL="4389120" indent="0">
              <a:buNone/>
              <a:defRPr sz="9600"/>
            </a:lvl3pPr>
            <a:lvl4pPr marL="6583680" indent="0">
              <a:buNone/>
              <a:defRPr sz="9600"/>
            </a:lvl4pPr>
            <a:lvl5pPr marL="8778240" indent="0">
              <a:buNone/>
              <a:defRPr sz="9600"/>
            </a:lvl5pPr>
            <a:lvl6pPr marL="10972800" indent="0">
              <a:buNone/>
              <a:defRPr sz="9600"/>
            </a:lvl6pPr>
            <a:lvl7pPr marL="13167360" indent="0">
              <a:buNone/>
              <a:defRPr sz="9600"/>
            </a:lvl7pPr>
            <a:lvl8pPr marL="15361920" indent="0">
              <a:buNone/>
              <a:defRPr sz="9600"/>
            </a:lvl8pPr>
            <a:lvl9pPr marL="17556480" indent="0">
              <a:buNone/>
              <a:defRPr sz="9600"/>
            </a:lvl9pPr>
          </a:lstStyle>
          <a:p>
            <a:r>
              <a:rPr lang="en-US"/>
              <a:t>Click icon to add picture</a:t>
            </a:r>
            <a:endParaRPr lang="en-US" dirty="0"/>
          </a:p>
        </p:txBody>
      </p:sp>
      <p:sp>
        <p:nvSpPr>
          <p:cNvPr id="4" name="Text Placeholder 3"/>
          <p:cNvSpPr>
            <a:spLocks noGrp="1"/>
          </p:cNvSpPr>
          <p:nvPr>
            <p:ph type="body" sz="half" idx="2"/>
          </p:nvPr>
        </p:nvSpPr>
        <p:spPr>
          <a:xfrm>
            <a:off x="3289661" y="24521894"/>
            <a:ext cx="37273546" cy="3275866"/>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6241132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3289661" y="2920498"/>
            <a:ext cx="37273546" cy="16964851"/>
          </a:xfrm>
        </p:spPr>
        <p:txBody>
          <a:bodyPr anchor="ctr"/>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61" y="20616864"/>
            <a:ext cx="37273546" cy="7208765"/>
          </a:xfrm>
        </p:spPr>
        <p:txBody>
          <a:bodyPr anchor="ct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1318372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6363" y="2926080"/>
            <a:ext cx="33489907" cy="14365939"/>
          </a:xfrm>
        </p:spPr>
        <p:txBody>
          <a:bodyPr anchor="ctr"/>
          <a:lstStyle>
            <a:lvl1pPr>
              <a:defRPr sz="15360"/>
            </a:lvl1pPr>
          </a:lstStyle>
          <a:p>
            <a:r>
              <a:rPr lang="en-US"/>
              <a:t>Click to edit Master title style</a:t>
            </a:r>
            <a:endParaRPr lang="en-US" dirty="0"/>
          </a:p>
        </p:txBody>
      </p:sp>
      <p:sp>
        <p:nvSpPr>
          <p:cNvPr id="12" name="Text Placeholder 3"/>
          <p:cNvSpPr>
            <a:spLocks noGrp="1"/>
          </p:cNvSpPr>
          <p:nvPr>
            <p:ph type="body" sz="half" idx="13"/>
          </p:nvPr>
        </p:nvSpPr>
        <p:spPr>
          <a:xfrm>
            <a:off x="6194323" y="17328161"/>
            <a:ext cx="31508275" cy="2557195"/>
          </a:xfrm>
        </p:spPr>
        <p:txBody>
          <a:bodyPr anchor="t">
            <a:normAutofit/>
          </a:bodyPr>
          <a:lstStyle>
            <a:lvl1pPr marL="0" indent="0" algn="r">
              <a:buNone/>
              <a:defRPr sz="672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4" name="Text Placeholder 3"/>
          <p:cNvSpPr>
            <a:spLocks noGrp="1"/>
          </p:cNvSpPr>
          <p:nvPr>
            <p:ph type="body" sz="half" idx="2"/>
          </p:nvPr>
        </p:nvSpPr>
        <p:spPr>
          <a:xfrm>
            <a:off x="3289661" y="20660894"/>
            <a:ext cx="37273546" cy="7149581"/>
          </a:xfrm>
        </p:spPr>
        <p:txBody>
          <a:bodyPr anchor="ctr">
            <a:normAutofit/>
          </a:bodyPr>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
        <p:nvSpPr>
          <p:cNvPr id="11" name="TextBox 10"/>
          <p:cNvSpPr txBox="1"/>
          <p:nvPr/>
        </p:nvSpPr>
        <p:spPr>
          <a:xfrm>
            <a:off x="3011803" y="4194778"/>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38400" dirty="0">
                <a:solidFill>
                  <a:schemeClr val="tx1"/>
                </a:solidFill>
                <a:effectLst/>
              </a:rPr>
              <a:t>“</a:t>
            </a:r>
          </a:p>
        </p:txBody>
      </p:sp>
      <p:sp>
        <p:nvSpPr>
          <p:cNvPr id="13" name="TextBox 12"/>
          <p:cNvSpPr txBox="1"/>
          <p:nvPr/>
        </p:nvSpPr>
        <p:spPr>
          <a:xfrm>
            <a:off x="37576123" y="14079576"/>
            <a:ext cx="2194560" cy="2806925"/>
          </a:xfrm>
          <a:prstGeom prst="rect">
            <a:avLst/>
          </a:prstGeom>
        </p:spPr>
        <p:txBody>
          <a:bodyPr vert="horz" lIns="438912" tIns="219456" rIns="438912" bIns="219456"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38400" dirty="0">
                <a:solidFill>
                  <a:schemeClr val="tx1"/>
                </a:solidFill>
                <a:effectLst/>
              </a:rPr>
              <a:t>”</a:t>
            </a:r>
          </a:p>
        </p:txBody>
      </p:sp>
    </p:spTree>
    <p:extLst>
      <p:ext uri="{BB962C8B-B14F-4D97-AF65-F5344CB8AC3E}">
        <p14:creationId xmlns:p14="http://schemas.microsoft.com/office/powerpoint/2010/main" val="29602428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3289661" y="10209329"/>
            <a:ext cx="37273546" cy="12056808"/>
          </a:xfrm>
        </p:spPr>
        <p:txBody>
          <a:bodyPr anchor="b"/>
          <a:lstStyle>
            <a:lvl1pPr>
              <a:defRPr sz="15360"/>
            </a:lvl1pPr>
          </a:lstStyle>
          <a:p>
            <a:r>
              <a:rPr lang="en-US"/>
              <a:t>Click to edit Master title style</a:t>
            </a:r>
            <a:endParaRPr lang="en-US" dirty="0"/>
          </a:p>
        </p:txBody>
      </p:sp>
      <p:sp>
        <p:nvSpPr>
          <p:cNvPr id="4" name="Text Placeholder 3"/>
          <p:cNvSpPr>
            <a:spLocks noGrp="1"/>
          </p:cNvSpPr>
          <p:nvPr>
            <p:ph type="body" sz="half" idx="2"/>
          </p:nvPr>
        </p:nvSpPr>
        <p:spPr>
          <a:xfrm>
            <a:off x="3289630" y="22322669"/>
            <a:ext cx="37267915" cy="5475091"/>
          </a:xfrm>
        </p:spPr>
        <p:txBody>
          <a:bodyPr anchor="t"/>
          <a:lstStyle>
            <a:lvl1pPr marL="0" indent="0" algn="ctr">
              <a:buNone/>
              <a:defRPr sz="7680"/>
            </a:lvl1pPr>
            <a:lvl2pPr marL="2194560" indent="0">
              <a:buNone/>
              <a:defRPr sz="6720"/>
            </a:lvl2pPr>
            <a:lvl3pPr marL="4389120" indent="0">
              <a:buNone/>
              <a:defRPr sz="5760"/>
            </a:lvl3pPr>
            <a:lvl4pPr marL="6583680" indent="0">
              <a:buNone/>
              <a:defRPr sz="4800"/>
            </a:lvl4pPr>
            <a:lvl5pPr marL="8778240" indent="0">
              <a:buNone/>
              <a:defRPr sz="4800"/>
            </a:lvl5pPr>
            <a:lvl6pPr marL="10972800" indent="0">
              <a:buNone/>
              <a:defRPr sz="4800"/>
            </a:lvl6pPr>
            <a:lvl7pPr marL="13167360" indent="0">
              <a:buNone/>
              <a:defRPr sz="4800"/>
            </a:lvl7pPr>
            <a:lvl8pPr marL="15361920" indent="0">
              <a:buNone/>
              <a:defRPr sz="4800"/>
            </a:lvl8pPr>
            <a:lvl9pPr marL="17556480" indent="0">
              <a:buNone/>
              <a:defRPr sz="4800"/>
            </a:lvl9pPr>
          </a:lstStyle>
          <a:p>
            <a:pPr lvl="0"/>
            <a:r>
              <a:rPr lang="en-US"/>
              <a:t>Click to edit Master text styles</a:t>
            </a:r>
          </a:p>
        </p:txBody>
      </p:sp>
      <p:sp>
        <p:nvSpPr>
          <p:cNvPr id="5" name="Date Placeholder 4"/>
          <p:cNvSpPr>
            <a:spLocks noGrp="1"/>
          </p:cNvSpPr>
          <p:nvPr>
            <p:ph type="dt" sz="half" idx="10"/>
          </p:nvPr>
        </p:nvSpPr>
        <p:spPr/>
        <p:txBody>
          <a:bodyPr/>
          <a:lstStyle/>
          <a:p>
            <a:fld id="{163D97CC-475F-BE49-B579-6BFEF977A37E}"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407312748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7" name="Text Placeholder 2"/>
          <p:cNvSpPr>
            <a:spLocks noGrp="1"/>
          </p:cNvSpPr>
          <p:nvPr>
            <p:ph type="body" idx="1"/>
          </p:nvPr>
        </p:nvSpPr>
        <p:spPr>
          <a:xfrm>
            <a:off x="3289661"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8" name="Text Placeholder 3"/>
          <p:cNvSpPr>
            <a:spLocks noGrp="1"/>
          </p:cNvSpPr>
          <p:nvPr>
            <p:ph type="body" sz="half" idx="15"/>
          </p:nvPr>
        </p:nvSpPr>
        <p:spPr>
          <a:xfrm>
            <a:off x="3289661"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9" name="Text Placeholder 4"/>
          <p:cNvSpPr>
            <a:spLocks noGrp="1"/>
          </p:cNvSpPr>
          <p:nvPr>
            <p:ph type="body" sz="quarter" idx="3"/>
          </p:nvPr>
        </p:nvSpPr>
        <p:spPr>
          <a:xfrm>
            <a:off x="160081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0" name="Text Placeholder 3"/>
          <p:cNvSpPr>
            <a:spLocks noGrp="1"/>
          </p:cNvSpPr>
          <p:nvPr>
            <p:ph type="body" sz="half" idx="16"/>
          </p:nvPr>
        </p:nvSpPr>
        <p:spPr>
          <a:xfrm>
            <a:off x="15989165"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11" name="Text Placeholder 4"/>
          <p:cNvSpPr>
            <a:spLocks noGrp="1"/>
          </p:cNvSpPr>
          <p:nvPr>
            <p:ph type="body" sz="quarter" idx="13"/>
          </p:nvPr>
        </p:nvSpPr>
        <p:spPr>
          <a:xfrm>
            <a:off x="28679659" y="9052560"/>
            <a:ext cx="11883542" cy="2766058"/>
          </a:xfrm>
        </p:spPr>
        <p:txBody>
          <a:bodyPr anchor="b">
            <a:noAutofit/>
          </a:bodyPr>
          <a:lstStyle>
            <a:lvl1pPr marL="0" indent="0" algn="ctr">
              <a:buNone/>
              <a:defRPr sz="1152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12" name="Text Placeholder 3"/>
          <p:cNvSpPr>
            <a:spLocks noGrp="1"/>
          </p:cNvSpPr>
          <p:nvPr>
            <p:ph type="body" sz="half" idx="17"/>
          </p:nvPr>
        </p:nvSpPr>
        <p:spPr>
          <a:xfrm>
            <a:off x="28679659" y="12344400"/>
            <a:ext cx="11883542" cy="15453360"/>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5637317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6" name="Picture 5"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64347" y="8765016"/>
            <a:ext cx="12139421" cy="8801078"/>
          </a:xfrm>
          <a:prstGeom prst="rect">
            <a:avLst/>
          </a:prstGeom>
        </p:spPr>
      </p:pic>
      <p:pic>
        <p:nvPicPr>
          <p:cNvPr id="28" name="Picture 27"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10302" y="8765016"/>
            <a:ext cx="12139421" cy="8801078"/>
          </a:xfrm>
          <a:prstGeom prst="rect">
            <a:avLst/>
          </a:prstGeom>
        </p:spPr>
      </p:pic>
      <p:pic>
        <p:nvPicPr>
          <p:cNvPr id="29" name="Picture 28" descr="Slate-V2-S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24232" y="8765016"/>
            <a:ext cx="12139421" cy="8801078"/>
          </a:xfrm>
          <a:prstGeom prst="rect">
            <a:avLst/>
          </a:prstGeom>
        </p:spPr>
      </p:pic>
      <p:sp>
        <p:nvSpPr>
          <p:cNvPr id="30" name="Title 1"/>
          <p:cNvSpPr>
            <a:spLocks noGrp="1"/>
          </p:cNvSpPr>
          <p:nvPr>
            <p:ph type="title"/>
          </p:nvPr>
        </p:nvSpPr>
        <p:spPr>
          <a:xfrm>
            <a:off x="3289661" y="2926080"/>
            <a:ext cx="37273546" cy="465816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328966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0" name="Picture Placeholder 2"/>
          <p:cNvSpPr>
            <a:spLocks noGrp="1" noChangeAspect="1"/>
          </p:cNvSpPr>
          <p:nvPr>
            <p:ph type="pic" idx="15"/>
          </p:nvPr>
        </p:nvSpPr>
        <p:spPr>
          <a:xfrm>
            <a:off x="3665170" y="9306807"/>
            <a:ext cx="11132525" cy="7694179"/>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1" name="Text Placeholder 3"/>
          <p:cNvSpPr>
            <a:spLocks noGrp="1"/>
          </p:cNvSpPr>
          <p:nvPr>
            <p:ph type="body" sz="half" idx="18"/>
          </p:nvPr>
        </p:nvSpPr>
        <p:spPr>
          <a:xfrm>
            <a:off x="3289661" y="21505774"/>
            <a:ext cx="11883542"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2" name="Text Placeholder 4"/>
          <p:cNvSpPr>
            <a:spLocks noGrp="1"/>
          </p:cNvSpPr>
          <p:nvPr>
            <p:ph type="body" sz="quarter" idx="3"/>
          </p:nvPr>
        </p:nvSpPr>
        <p:spPr>
          <a:xfrm>
            <a:off x="15994037"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3" name="Picture Placeholder 2"/>
          <p:cNvSpPr>
            <a:spLocks noGrp="1" noChangeAspect="1"/>
          </p:cNvSpPr>
          <p:nvPr>
            <p:ph type="pic" idx="21"/>
          </p:nvPr>
        </p:nvSpPr>
        <p:spPr>
          <a:xfrm>
            <a:off x="16364674" y="9307651"/>
            <a:ext cx="11132525" cy="7719187"/>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4" name="Text Placeholder 3"/>
          <p:cNvSpPr>
            <a:spLocks noGrp="1"/>
          </p:cNvSpPr>
          <p:nvPr>
            <p:ph type="body" sz="half" idx="19"/>
          </p:nvPr>
        </p:nvSpPr>
        <p:spPr>
          <a:xfrm>
            <a:off x="15989163" y="21505769"/>
            <a:ext cx="11888414" cy="629199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25" name="Text Placeholder 4"/>
          <p:cNvSpPr>
            <a:spLocks noGrp="1"/>
          </p:cNvSpPr>
          <p:nvPr>
            <p:ph type="body" sz="quarter" idx="13"/>
          </p:nvPr>
        </p:nvSpPr>
        <p:spPr>
          <a:xfrm>
            <a:off x="28680111" y="18739709"/>
            <a:ext cx="11883542" cy="2766058"/>
          </a:xfrm>
        </p:spPr>
        <p:txBody>
          <a:bodyPr anchor="b">
            <a:noAutofit/>
          </a:bodyPr>
          <a:lstStyle>
            <a:lvl1pPr marL="0" indent="0" algn="ctr">
              <a:buNone/>
              <a:defRPr sz="9600" b="0">
                <a:solidFill>
                  <a:schemeClr val="tx1"/>
                </a:solidFill>
              </a:defRPr>
            </a:lvl1pPr>
            <a:lvl2pPr marL="2194560" indent="0">
              <a:buNone/>
              <a:defRPr sz="9600" b="1"/>
            </a:lvl2pPr>
            <a:lvl3pPr marL="4389120" indent="0">
              <a:buNone/>
              <a:defRPr sz="8640" b="1"/>
            </a:lvl3pPr>
            <a:lvl4pPr marL="6583680" indent="0">
              <a:buNone/>
              <a:defRPr sz="7680" b="1"/>
            </a:lvl4pPr>
            <a:lvl5pPr marL="8778240" indent="0">
              <a:buNone/>
              <a:defRPr sz="7680" b="1"/>
            </a:lvl5pPr>
            <a:lvl6pPr marL="10972800" indent="0">
              <a:buNone/>
              <a:defRPr sz="7680" b="1"/>
            </a:lvl6pPr>
            <a:lvl7pPr marL="13167360" indent="0">
              <a:buNone/>
              <a:defRPr sz="7680" b="1"/>
            </a:lvl7pPr>
            <a:lvl8pPr marL="15361920" indent="0">
              <a:buNone/>
              <a:defRPr sz="7680" b="1"/>
            </a:lvl8pPr>
            <a:lvl9pPr marL="17556480" indent="0">
              <a:buNone/>
              <a:defRPr sz="7680" b="1"/>
            </a:lvl9pPr>
          </a:lstStyle>
          <a:p>
            <a:pPr lvl="0"/>
            <a:r>
              <a:rPr lang="en-US"/>
              <a:t>Click to edit Master text styles</a:t>
            </a:r>
          </a:p>
        </p:txBody>
      </p:sp>
      <p:sp>
        <p:nvSpPr>
          <p:cNvPr id="26" name="Picture Placeholder 2"/>
          <p:cNvSpPr>
            <a:spLocks noGrp="1" noChangeAspect="1"/>
          </p:cNvSpPr>
          <p:nvPr>
            <p:ph type="pic" idx="22"/>
          </p:nvPr>
        </p:nvSpPr>
        <p:spPr>
          <a:xfrm>
            <a:off x="29072515" y="9285274"/>
            <a:ext cx="11132525" cy="7715011"/>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7680"/>
            </a:lvl1pPr>
            <a:lvl2pPr marL="2194560" indent="0">
              <a:buNone/>
              <a:defRPr sz="7680"/>
            </a:lvl2pPr>
            <a:lvl3pPr marL="4389120" indent="0">
              <a:buNone/>
              <a:defRPr sz="7680"/>
            </a:lvl3pPr>
            <a:lvl4pPr marL="6583680" indent="0">
              <a:buNone/>
              <a:defRPr sz="7680"/>
            </a:lvl4pPr>
            <a:lvl5pPr marL="8778240" indent="0">
              <a:buNone/>
              <a:defRPr sz="7680"/>
            </a:lvl5pPr>
            <a:lvl6pPr marL="10972800" indent="0">
              <a:buNone/>
              <a:defRPr sz="7680"/>
            </a:lvl6pPr>
            <a:lvl7pPr marL="13167360" indent="0">
              <a:buNone/>
              <a:defRPr sz="7680"/>
            </a:lvl7pPr>
            <a:lvl8pPr marL="15361920" indent="0">
              <a:buNone/>
              <a:defRPr sz="7680"/>
            </a:lvl8pPr>
            <a:lvl9pPr marL="17556480" indent="0">
              <a:buNone/>
              <a:defRPr sz="7680"/>
            </a:lvl9pPr>
          </a:lstStyle>
          <a:p>
            <a:r>
              <a:rPr lang="en-US"/>
              <a:t>Click icon to add picture</a:t>
            </a:r>
            <a:endParaRPr lang="en-US" dirty="0"/>
          </a:p>
        </p:txBody>
      </p:sp>
      <p:sp>
        <p:nvSpPr>
          <p:cNvPr id="27" name="Text Placeholder 3"/>
          <p:cNvSpPr>
            <a:spLocks noGrp="1"/>
          </p:cNvSpPr>
          <p:nvPr>
            <p:ph type="body" sz="half" idx="20"/>
          </p:nvPr>
        </p:nvSpPr>
        <p:spPr>
          <a:xfrm>
            <a:off x="28679659" y="21505759"/>
            <a:ext cx="11883542" cy="6292008"/>
          </a:xfrm>
        </p:spPr>
        <p:txBody>
          <a:bodyPr anchor="t">
            <a:normAutofit/>
          </a:bodyPr>
          <a:lstStyle>
            <a:lvl1pPr marL="0" indent="0" algn="ctr">
              <a:buNone/>
              <a:defRPr sz="6720"/>
            </a:lvl1pPr>
            <a:lvl2pPr marL="2194560" indent="0">
              <a:buNone/>
              <a:defRPr sz="5760"/>
            </a:lvl2pPr>
            <a:lvl3pPr marL="4389120" indent="0">
              <a:buNone/>
              <a:defRPr sz="4800"/>
            </a:lvl3pPr>
            <a:lvl4pPr marL="6583680" indent="0">
              <a:buNone/>
              <a:defRPr sz="4320"/>
            </a:lvl4pPr>
            <a:lvl5pPr marL="8778240" indent="0">
              <a:buNone/>
              <a:defRPr sz="4320"/>
            </a:lvl5pPr>
            <a:lvl6pPr marL="10972800" indent="0">
              <a:buNone/>
              <a:defRPr sz="4320"/>
            </a:lvl6pPr>
            <a:lvl7pPr marL="13167360" indent="0">
              <a:buNone/>
              <a:defRPr sz="4320"/>
            </a:lvl7pPr>
            <a:lvl8pPr marL="15361920" indent="0">
              <a:buNone/>
              <a:defRPr sz="4320"/>
            </a:lvl8pPr>
            <a:lvl9pPr marL="17556480" indent="0">
              <a:buNone/>
              <a:defRPr sz="4320"/>
            </a:lvl9pPr>
          </a:lstStyle>
          <a:p>
            <a:pPr lvl="0"/>
            <a:r>
              <a:rPr lang="en-US"/>
              <a:t>Click to edit Master text styles</a:t>
            </a:r>
          </a:p>
        </p:txBody>
      </p:sp>
      <p:sp>
        <p:nvSpPr>
          <p:cNvPr id="3" name="Date Placeholder 2"/>
          <p:cNvSpPr>
            <a:spLocks noGrp="1"/>
          </p:cNvSpPr>
          <p:nvPr>
            <p:ph type="dt" sz="half" idx="10"/>
          </p:nvPr>
        </p:nvSpPr>
        <p:spPr/>
        <p:txBody>
          <a:bodyPr/>
          <a:lstStyle/>
          <a:p>
            <a:fld id="{163D97CC-475F-BE49-B579-6BFEF977A37E}"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1337930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23838870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2339052" y="2926082"/>
            <a:ext cx="8224152" cy="24871685"/>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3289666" y="2926082"/>
            <a:ext cx="28500739" cy="2487168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3D97CC-475F-BE49-B579-6BFEF977A37E}"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EC96AFA-303D-8042-85F3-1EA037B235F2}" type="slidenum">
              <a:rPr lang="en-US" smtClean="0"/>
              <a:t>‹#›</a:t>
            </a:fld>
            <a:endParaRPr lang="en-US"/>
          </a:p>
        </p:txBody>
      </p:sp>
    </p:spTree>
    <p:extLst>
      <p:ext uri="{BB962C8B-B14F-4D97-AF65-F5344CB8AC3E}">
        <p14:creationId xmlns:p14="http://schemas.microsoft.com/office/powerpoint/2010/main" val="70127722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289661" y="2926080"/>
            <a:ext cx="37273546" cy="465816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289661" y="8315762"/>
            <a:ext cx="37273546" cy="19482005"/>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7643450" y="28239727"/>
            <a:ext cx="9875520"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163D97CC-475F-BE49-B579-6BFEF977A37E}" type="datetimeFigureOut">
              <a:rPr lang="en-US" smtClean="0"/>
              <a:t>9/23/2026</a:t>
            </a:fld>
            <a:endParaRPr lang="en-US"/>
          </a:p>
        </p:txBody>
      </p:sp>
      <p:sp>
        <p:nvSpPr>
          <p:cNvPr id="5" name="Footer Placeholder 4"/>
          <p:cNvSpPr>
            <a:spLocks noGrp="1"/>
          </p:cNvSpPr>
          <p:nvPr>
            <p:ph type="ftr" sz="quarter" idx="3"/>
          </p:nvPr>
        </p:nvSpPr>
        <p:spPr>
          <a:xfrm>
            <a:off x="3289668" y="28239727"/>
            <a:ext cx="24022315" cy="1752600"/>
          </a:xfrm>
          <a:prstGeom prst="rect">
            <a:avLst/>
          </a:prstGeom>
        </p:spPr>
        <p:txBody>
          <a:bodyPr vert="horz" lIns="91440" tIns="45720" rIns="91440" bIns="45720" rtlCol="0" anchor="ctr"/>
          <a:lstStyle>
            <a:lvl1pPr algn="l">
              <a:defRPr sz="48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37850446" y="28239727"/>
            <a:ext cx="2712763" cy="1752600"/>
          </a:xfrm>
          <a:prstGeom prst="rect">
            <a:avLst/>
          </a:prstGeom>
        </p:spPr>
        <p:txBody>
          <a:bodyPr vert="horz" lIns="91440" tIns="45720" rIns="91440" bIns="45720" rtlCol="0" anchor="ctr"/>
          <a:lstStyle>
            <a:lvl1pPr algn="r">
              <a:defRPr sz="4800">
                <a:solidFill>
                  <a:schemeClr val="tx1">
                    <a:lumMod val="95000"/>
                  </a:schemeClr>
                </a:solidFill>
                <a:effectLst>
                  <a:outerShdw blurRad="50800" dist="38100" dir="2700000" algn="tl" rotWithShape="0">
                    <a:schemeClr val="bg1">
                      <a:alpha val="43000"/>
                    </a:schemeClr>
                  </a:outerShdw>
                </a:effectLst>
              </a:defRPr>
            </a:lvl1pPr>
          </a:lstStyle>
          <a:p>
            <a:fld id="{BEC96AFA-303D-8042-85F3-1EA037B235F2}" type="slidenum">
              <a:rPr lang="en-US" smtClean="0"/>
              <a:t>‹#›</a:t>
            </a:fld>
            <a:endParaRPr lang="en-US"/>
          </a:p>
        </p:txBody>
      </p:sp>
    </p:spTree>
    <p:extLst>
      <p:ext uri="{BB962C8B-B14F-4D97-AF65-F5344CB8AC3E}">
        <p14:creationId xmlns:p14="http://schemas.microsoft.com/office/powerpoint/2010/main" val="736249571"/>
      </p:ext>
    </p:extLst>
  </p:cSld>
  <p:clrMap bg1="dk1" tx1="lt1" bg2="dk2" tx2="lt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Lst>
  <p:txStyles>
    <p:titleStyle>
      <a:lvl1pPr algn="ctr" defTabSz="2194560" rtl="0" eaLnBrk="1" latinLnBrk="0" hangingPunct="1">
        <a:spcBef>
          <a:spcPct val="0"/>
        </a:spcBef>
        <a:buNone/>
        <a:defRPr sz="192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1645920" indent="-1468800" algn="l" defTabSz="2194560" rtl="0" eaLnBrk="1" latinLnBrk="0" hangingPunct="1">
        <a:spcBef>
          <a:spcPct val="20000"/>
        </a:spcBef>
        <a:spcAft>
          <a:spcPts val="2880"/>
        </a:spcAft>
        <a:buClr>
          <a:schemeClr val="tx2"/>
        </a:buClr>
        <a:buSzPct val="70000"/>
        <a:buFont typeface="Wingdings 2" charset="2"/>
        <a:buChar char=""/>
        <a:defRPr sz="9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3456000" indent="-1296000" algn="l" defTabSz="2194560" rtl="0" eaLnBrk="1" latinLnBrk="0" hangingPunct="1">
        <a:spcBef>
          <a:spcPct val="20000"/>
        </a:spcBef>
        <a:spcAft>
          <a:spcPts val="2880"/>
        </a:spcAft>
        <a:buClr>
          <a:schemeClr val="tx2"/>
        </a:buClr>
        <a:buSzPct val="70000"/>
        <a:buFont typeface="Wingdings 2" charset="2"/>
        <a:buChar char=""/>
        <a:defRPr sz="864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4924800" indent="-1036800" algn="l" defTabSz="2194560" rtl="0" eaLnBrk="1" latinLnBrk="0" hangingPunct="1">
        <a:spcBef>
          <a:spcPct val="20000"/>
        </a:spcBef>
        <a:spcAft>
          <a:spcPts val="2880"/>
        </a:spcAft>
        <a:buClr>
          <a:schemeClr val="tx2"/>
        </a:buClr>
        <a:buSzPct val="70000"/>
        <a:buFont typeface="Wingdings 2" charset="2"/>
        <a:buChar char=""/>
        <a:defRPr sz="768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66528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8035200" indent="-103680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967008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1152864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1338720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14909760" indent="-1097280" algn="l" defTabSz="2194560" rtl="0" eaLnBrk="1" latinLnBrk="0" hangingPunct="1">
        <a:spcBef>
          <a:spcPct val="20000"/>
        </a:spcBef>
        <a:spcAft>
          <a:spcPts val="2880"/>
        </a:spcAft>
        <a:buClr>
          <a:schemeClr val="tx2"/>
        </a:buClr>
        <a:buSzPct val="70000"/>
        <a:buFont typeface="Wingdings 2" charset="2"/>
        <a:buChar char=""/>
        <a:defRPr sz="672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2194560" rtl="0" eaLnBrk="1" latinLnBrk="0" hangingPunct="1">
        <a:defRPr sz="8640" kern="1200">
          <a:solidFill>
            <a:schemeClr val="tx1"/>
          </a:solidFill>
          <a:latin typeface="+mn-lt"/>
          <a:ea typeface="+mn-ea"/>
          <a:cs typeface="+mn-cs"/>
        </a:defRPr>
      </a:lvl1pPr>
      <a:lvl2pPr marL="2194560" algn="l" defTabSz="2194560" rtl="0" eaLnBrk="1" latinLnBrk="0" hangingPunct="1">
        <a:defRPr sz="8640" kern="1200">
          <a:solidFill>
            <a:schemeClr val="tx1"/>
          </a:solidFill>
          <a:latin typeface="+mn-lt"/>
          <a:ea typeface="+mn-ea"/>
          <a:cs typeface="+mn-cs"/>
        </a:defRPr>
      </a:lvl2pPr>
      <a:lvl3pPr marL="4389120" algn="l" defTabSz="2194560" rtl="0" eaLnBrk="1" latinLnBrk="0" hangingPunct="1">
        <a:defRPr sz="8640" kern="1200">
          <a:solidFill>
            <a:schemeClr val="tx1"/>
          </a:solidFill>
          <a:latin typeface="+mn-lt"/>
          <a:ea typeface="+mn-ea"/>
          <a:cs typeface="+mn-cs"/>
        </a:defRPr>
      </a:lvl3pPr>
      <a:lvl4pPr marL="6583680" algn="l" defTabSz="2194560" rtl="0" eaLnBrk="1" latinLnBrk="0" hangingPunct="1">
        <a:defRPr sz="8640" kern="1200">
          <a:solidFill>
            <a:schemeClr val="tx1"/>
          </a:solidFill>
          <a:latin typeface="+mn-lt"/>
          <a:ea typeface="+mn-ea"/>
          <a:cs typeface="+mn-cs"/>
        </a:defRPr>
      </a:lvl4pPr>
      <a:lvl5pPr marL="8778240" algn="l" defTabSz="2194560" rtl="0" eaLnBrk="1" latinLnBrk="0" hangingPunct="1">
        <a:defRPr sz="8640" kern="1200">
          <a:solidFill>
            <a:schemeClr val="tx1"/>
          </a:solidFill>
          <a:latin typeface="+mn-lt"/>
          <a:ea typeface="+mn-ea"/>
          <a:cs typeface="+mn-cs"/>
        </a:defRPr>
      </a:lvl5pPr>
      <a:lvl6pPr marL="10972800" algn="l" defTabSz="2194560" rtl="0" eaLnBrk="1" latinLnBrk="0" hangingPunct="1">
        <a:defRPr sz="8640" kern="1200">
          <a:solidFill>
            <a:schemeClr val="tx1"/>
          </a:solidFill>
          <a:latin typeface="+mn-lt"/>
          <a:ea typeface="+mn-ea"/>
          <a:cs typeface="+mn-cs"/>
        </a:defRPr>
      </a:lvl6pPr>
      <a:lvl7pPr marL="13167360" algn="l" defTabSz="2194560" rtl="0" eaLnBrk="1" latinLnBrk="0" hangingPunct="1">
        <a:defRPr sz="8640" kern="1200">
          <a:solidFill>
            <a:schemeClr val="tx1"/>
          </a:solidFill>
          <a:latin typeface="+mn-lt"/>
          <a:ea typeface="+mn-ea"/>
          <a:cs typeface="+mn-cs"/>
        </a:defRPr>
      </a:lvl7pPr>
      <a:lvl8pPr marL="15361920" algn="l" defTabSz="2194560" rtl="0" eaLnBrk="1" latinLnBrk="0" hangingPunct="1">
        <a:defRPr sz="8640" kern="1200">
          <a:solidFill>
            <a:schemeClr val="tx1"/>
          </a:solidFill>
          <a:latin typeface="+mn-lt"/>
          <a:ea typeface="+mn-ea"/>
          <a:cs typeface="+mn-cs"/>
        </a:defRPr>
      </a:lvl8pPr>
      <a:lvl9pPr marL="17556480" algn="l" defTabSz="2194560" rtl="0" eaLnBrk="1" latinLnBrk="0" hangingPunct="1">
        <a:defRPr sz="864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microsoft.com/office/2018/10/relationships/comments" Target="../comments/modernComment_100_C19419DD.xml"/><Relationship Id="rId4" Type="http://schemas.openxmlformats.org/officeDocument/2006/relationships/image" Target="../media/image6.jpg"/><Relationship Id="rId5" Type="http://schemas.openxmlformats.org/officeDocument/2006/relationships/chart" Target="../charts/chart1.xml"/><Relationship Id="rId6" Type="http://schemas.openxmlformats.org/officeDocument/2006/relationships/chart" Target="../charts/chart2.xml"/><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06973" y="504527"/>
            <a:ext cx="42469186" cy="3157850"/>
          </a:xfrm>
          <a:prstGeom prst="rect">
            <a:avLst/>
          </a:prstGeom>
          <a:ln w="12700" cap="rnd" cmpd="sng">
            <a:solidFill>
              <a:schemeClr val="bg1"/>
            </a:solidFill>
            <a:round/>
          </a:ln>
          <a:effectLst/>
        </p:spPr>
        <p:style>
          <a:lnRef idx="2">
            <a:schemeClr val="dk1"/>
          </a:lnRef>
          <a:fillRef idx="1">
            <a:schemeClr val="lt1"/>
          </a:fillRef>
          <a:effectRef idx="0">
            <a:schemeClr val="dk1"/>
          </a:effectRef>
          <a:fontRef idx="minor">
            <a:schemeClr val="dk1"/>
          </a:fontRef>
        </p:style>
        <p:txBody>
          <a:bodyPr wrap="square" lIns="414591" tIns="207295" rIns="414591" bIns="207295" rtlCol="0" anchor="t" anchorCtr="0">
            <a:spAutoFit/>
          </a:bodyPr>
          <a:lstStyle/>
          <a:p>
            <a:pPr algn="ctr"/>
            <a:r>
              <a:rPr lang="en-US" sz="6000" dirty="0"/>
              <a:t>Prevalence of High-Fructose Corn Syrup in the U.S. Branded Food Supply: A Cross-Sectional Analysis of the USDA Global Branded Food Products Database</a:t>
            </a:r>
            <a:endParaRPr lang="en-US" sz="6000" b="1" dirty="0">
              <a:latin typeface="Times New Roman"/>
              <a:cs typeface="Times New Roman"/>
            </a:endParaRPr>
          </a:p>
          <a:p>
            <a:pPr algn="ctr"/>
            <a:r>
              <a:rPr lang="en-US" sz="5800" b="1" dirty="0">
                <a:latin typeface="Times New Roman"/>
                <a:cs typeface="Times New Roman"/>
              </a:rPr>
              <a:t>Name of Student(s)</a:t>
            </a:r>
          </a:p>
        </p:txBody>
      </p:sp>
      <p:pic>
        <p:nvPicPr>
          <p:cNvPr id="77" name="Picture 7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590313" y="1913925"/>
            <a:ext cx="4840224" cy="1377696"/>
          </a:xfrm>
          <a:prstGeom prst="rect">
            <a:avLst/>
          </a:prstGeom>
        </p:spPr>
      </p:pic>
      <p:grpSp>
        <p:nvGrpSpPr>
          <p:cNvPr id="304" name="Group 303"/>
          <p:cNvGrpSpPr/>
          <p:nvPr/>
        </p:nvGrpSpPr>
        <p:grpSpPr>
          <a:xfrm>
            <a:off x="10980125" y="3934552"/>
            <a:ext cx="22440303" cy="28100713"/>
            <a:chOff x="12513023" y="6861775"/>
            <a:chExt cx="26180354" cy="25277327"/>
          </a:xfrm>
        </p:grpSpPr>
        <p:sp>
          <p:nvSpPr>
            <p:cNvPr id="305" name="TextBox 304"/>
            <p:cNvSpPr txBox="1"/>
            <p:nvPr/>
          </p:nvSpPr>
          <p:spPr>
            <a:xfrm>
              <a:off x="12513023" y="6861775"/>
              <a:ext cx="26180354" cy="25277327"/>
            </a:xfrm>
            <a:prstGeom prst="rect">
              <a:avLst/>
            </a:prstGeom>
            <a:solidFill>
              <a:srgbClr val="FFFFFF"/>
            </a:solidFill>
            <a:ln cap="rnd">
              <a:solidFill>
                <a:schemeClr val="bg1"/>
              </a:solidFill>
            </a:ln>
          </p:spPr>
          <p:txBody>
            <a:bodyPr wrap="square" lIns="182880" rIns="182880" rtlCol="0">
              <a:noAutofit/>
            </a:bodyPr>
            <a:lstStyle/>
            <a:p>
              <a:pPr algn="just"/>
              <a:endParaRPr lang="en-US" sz="1800" dirty="0">
                <a:latin typeface="Times New Roman"/>
                <a:cs typeface="Times New Roman"/>
              </a:endParaRPr>
            </a:p>
          </p:txBody>
        </p:sp>
      </p:grpSp>
      <p:sp>
        <p:nvSpPr>
          <p:cNvPr id="309" name="TextBox 308"/>
          <p:cNvSpPr txBox="1"/>
          <p:nvPr/>
        </p:nvSpPr>
        <p:spPr>
          <a:xfrm>
            <a:off x="795528" y="4846320"/>
            <a:ext cx="9308592" cy="7223760"/>
          </a:xfrm>
          <a:prstGeom prst="rect">
            <a:avLst/>
          </a:prstGeom>
          <a:solidFill>
            <a:schemeClr val="tx1"/>
          </a:solidFill>
          <a:ln>
            <a:solidFill>
              <a:schemeClr val="bg1"/>
            </a:solidFill>
          </a:ln>
        </p:spPr>
        <p:txBody>
          <a:bodyPr wrap="square" lIns="182880" tIns="91440" rIns="182880" bIns="91440" rtlCol="0">
            <a:noAutofit/>
          </a:bodyPr>
          <a:lstStyle/>
          <a:p>
            <a:r>
              <a:rPr lang="en-US" sz="2000" b="1" dirty="0">
                <a:solidFill>
                  <a:schemeClr val="bg1"/>
                </a:solidFill>
                <a:latin typeface="Arial"/>
              </a:rPr>
              <a:t>Background:</a:t>
            </a:r>
            <a:r>
              <a:rPr lang="en-US" sz="2000" dirty="0">
                <a:solidFill>
                  <a:schemeClr val="bg1"/>
                </a:solidFill>
                <a:latin typeface="Arial"/>
              </a:rPr>
              <a:t> High-fructose corn syrup (HFCS) is a widely used caloric sweetener in the U.S. food supply, but product-level data on its prevalence are limited. Ingredient lists do not specify amounts, and nutrient databases do not distinguish among types of added sugars.</a:t>
            </a:r>
          </a:p>
          <a:p>
            <a:r>
              <a:rPr lang="en-US" sz="2000" b="1" dirty="0">
                <a:solidFill>
                  <a:schemeClr val="bg1"/>
                </a:solidFill>
                <a:latin typeface="Arial"/>
              </a:rPr>
              <a:t>Objectives:</a:t>
            </a:r>
            <a:r>
              <a:rPr lang="en-US" sz="2000" dirty="0">
                <a:solidFill>
                  <a:schemeClr val="bg1"/>
                </a:solidFill>
                <a:latin typeface="Arial"/>
              </a:rPr>
              <a:t> To estimate the prevalence of HFCS as a listed ingredient in U.S. branded food products and to establish a reproducible baseline for future surveillance.</a:t>
            </a:r>
          </a:p>
          <a:p>
            <a:r>
              <a:rPr lang="en-US" sz="2000" b="1" dirty="0">
                <a:solidFill>
                  <a:schemeClr val="bg1"/>
                </a:solidFill>
                <a:latin typeface="Arial"/>
              </a:rPr>
              <a:t>Methods:</a:t>
            </a:r>
            <a:r>
              <a:rPr lang="en-US" sz="2000" dirty="0">
                <a:solidFill>
                  <a:schemeClr val="bg1"/>
                </a:solidFill>
                <a:latin typeface="Arial"/>
              </a:rPr>
              <a:t> We conducted a retrospective, cross-sectional, descriptive analysis of the USDA </a:t>
            </a:r>
            <a:r>
              <a:rPr lang="en-US" sz="2000" dirty="0" err="1">
                <a:solidFill>
                  <a:schemeClr val="bg1"/>
                </a:solidFill>
                <a:latin typeface="Arial"/>
              </a:rPr>
              <a:t>FoodData</a:t>
            </a:r>
            <a:r>
              <a:rPr lang="en-US" sz="2000" dirty="0">
                <a:solidFill>
                  <a:schemeClr val="bg1"/>
                </a:solidFill>
                <a:latin typeface="Arial"/>
              </a:rPr>
              <a:t> Central Global Branded Food Products Database (GBFPD), covering products published between April 13, 2019, and December 13, 2025. The primary outcome was the proportion of eligible products listing HFCS as an ingredient. We used descriptive statistics (counts and percentages).</a:t>
            </a:r>
          </a:p>
          <a:p>
            <a:r>
              <a:rPr lang="en-US" sz="2000" b="1" dirty="0">
                <a:solidFill>
                  <a:schemeClr val="bg1"/>
                </a:solidFill>
                <a:latin typeface="Arial"/>
              </a:rPr>
              <a:t>Results:</a:t>
            </a:r>
            <a:r>
              <a:rPr lang="en-US" sz="2000" dirty="0">
                <a:solidFill>
                  <a:schemeClr val="bg1"/>
                </a:solidFill>
                <a:latin typeface="Arial"/>
              </a:rPr>
              <a:t> Of 454,324 products identified, 447,607 were eligible for analysis. HFCS was listed as an ingredient in 29,503 products (6.6%), or about 1 in 15. The remaining 418,104 products (93.4%) did not list HFCS.</a:t>
            </a:r>
          </a:p>
          <a:p>
            <a:r>
              <a:rPr lang="en-US" sz="2000" b="1" dirty="0">
                <a:solidFill>
                  <a:schemeClr val="bg1"/>
                </a:solidFill>
                <a:latin typeface="Arial"/>
              </a:rPr>
              <a:t>Conclusions:</a:t>
            </a:r>
            <a:r>
              <a:rPr lang="en-US" sz="2000" dirty="0">
                <a:solidFill>
                  <a:schemeClr val="bg1"/>
                </a:solidFill>
                <a:latin typeface="Arial"/>
              </a:rPr>
              <a:t> HFCS remains present in roughly 30,000 U.S. branded food products. Because we measured prevalence by product count rather than weighted by sales or intake, and could not quantify HFCS per product, these findings do not directly measure population exposure. They provide a reproducible baseline for monitoring reformulation and market change. Future work should link ingredient data to sales-weighted datasets and stratify by food category and trade channel.</a:t>
            </a:r>
          </a:p>
        </p:txBody>
      </p:sp>
      <p:sp>
        <p:nvSpPr>
          <p:cNvPr id="310" name="TextBox 309"/>
          <p:cNvSpPr txBox="1"/>
          <p:nvPr/>
        </p:nvSpPr>
        <p:spPr>
          <a:xfrm>
            <a:off x="795528" y="3931920"/>
            <a:ext cx="9308592" cy="9144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400" dirty="0">
                <a:latin typeface="Times New Roman"/>
                <a:cs typeface="Times New Roman"/>
              </a:rPr>
              <a:t>Abstract</a:t>
            </a:r>
            <a:endParaRPr lang="en-US" sz="4400" dirty="0">
              <a:latin typeface="Times New Roman"/>
              <a:cs typeface="Times New Roman"/>
            </a:endParaRPr>
          </a:p>
        </p:txBody>
      </p:sp>
      <p:sp>
        <p:nvSpPr>
          <p:cNvPr id="312" name="TextBox 311"/>
          <p:cNvSpPr txBox="1"/>
          <p:nvPr/>
        </p:nvSpPr>
        <p:spPr>
          <a:xfrm>
            <a:off x="795528" y="13304520"/>
            <a:ext cx="9308592" cy="9784080"/>
          </a:xfrm>
          <a:prstGeom prst="rect">
            <a:avLst/>
          </a:prstGeom>
          <a:solidFill>
            <a:schemeClr val="tx1"/>
          </a:solidFill>
          <a:ln>
            <a:solidFill>
              <a:schemeClr val="bg1"/>
            </a:solidFill>
          </a:ln>
        </p:spPr>
        <p:txBody>
          <a:bodyPr wrap="square" lIns="182880" tIns="91440" rIns="182880" bIns="91440" rtlCol="0">
            <a:noAutofit/>
          </a:bodyPr>
          <a:lstStyle/>
          <a:p>
            <a:pPr marL="342900" indent="-342900">
              <a:spcBef>
                <a:spcPts val="0"/>
              </a:spcBef>
              <a:buFont typeface="Arial"/>
              <a:buChar char="•"/>
            </a:pPr>
            <a:r>
              <a:rPr lang="en-US" sz="2800" dirty="0">
                <a:solidFill>
                  <a:schemeClr val="bg1"/>
                </a:solidFill>
                <a:latin typeface="Arial"/>
                <a:cs typeface="Arial"/>
              </a:rPr>
              <a:t>HFCS is a widely used caloric sweetener, especially in soft drinks, baked goods, ready-to-eat meals, and condiments.</a:t>
            </a:r>
          </a:p>
          <a:p>
            <a:pPr marL="342900" indent="-342900">
              <a:spcBef>
                <a:spcPts val="600"/>
              </a:spcBef>
              <a:buFont typeface="Arial"/>
              <a:buChar char="•"/>
            </a:pPr>
            <a:r>
              <a:rPr lang="en-US" sz="2800" dirty="0">
                <a:solidFill>
                  <a:schemeClr val="bg1"/>
                </a:solidFill>
                <a:latin typeface="Arial"/>
                <a:cs typeface="Arial"/>
              </a:rPr>
              <a:t>Excess added sugar is linked to obesity, type 2 diabetes, and cardiometabolic disease. The 2025–2030 Dietary Guidelines state that no amount of added sugars is recommended as part of a healthy diet.</a:t>
            </a:r>
          </a:p>
          <a:p>
            <a:pPr marL="342900" indent="-342900">
              <a:spcBef>
                <a:spcPts val="600"/>
              </a:spcBef>
              <a:buFont typeface="Arial"/>
              <a:buChar char="•"/>
            </a:pPr>
            <a:r>
              <a:rPr lang="en-US" sz="2800" dirty="0">
                <a:solidFill>
                  <a:schemeClr val="bg1"/>
                </a:solidFill>
                <a:latin typeface="Arial"/>
                <a:cs typeface="Arial"/>
              </a:rPr>
              <a:t>Product-level HFCS data are limited: ingredient lists give no amounts, and nutrient databases do not separate types of added sugars.</a:t>
            </a:r>
          </a:p>
          <a:p>
            <a:pPr>
              <a:spcBef>
                <a:spcPts val="1000"/>
              </a:spcBef>
              <a:buNone/>
            </a:pPr>
            <a:r>
              <a:rPr lang="en-US" sz="2800" dirty="0" b="1">
                <a:solidFill>
                  <a:schemeClr val="bg1"/>
                </a:solidFill>
                <a:latin typeface="Arial"/>
                <a:cs typeface="Arial"/>
              </a:rPr>
              <a:t>Research question</a:t>
            </a:r>
          </a:p>
          <a:p>
            <a:pPr>
              <a:spcBef>
                <a:spcPts val="600"/>
              </a:spcBef>
              <a:buNone/>
            </a:pPr>
            <a:r>
              <a:rPr lang="en-US" sz="2800" dirty="0">
                <a:solidFill>
                  <a:schemeClr val="bg1"/>
                </a:solidFill>
                <a:latin typeface="Arial"/>
                <a:cs typeface="Arial"/>
              </a:rPr>
              <a:t>What proportion of U.S. branded food products list HFCS as an ingredient?</a:t>
            </a:r>
          </a:p>
          <a:p>
            <a:pPr>
              <a:spcBef>
                <a:spcPts val="1000"/>
              </a:spcBef>
              <a:buNone/>
            </a:pPr>
            <a:r>
              <a:rPr lang="en-US" sz="2800" dirty="0" b="1">
                <a:solidFill>
                  <a:schemeClr val="bg1"/>
                </a:solidFill>
                <a:latin typeface="Arial"/>
                <a:cs typeface="Arial"/>
              </a:rPr>
              <a:t>Objectives</a:t>
            </a:r>
          </a:p>
          <a:p>
            <a:pPr marL="342900" indent="-342900">
              <a:spcBef>
                <a:spcPts val="600"/>
              </a:spcBef>
              <a:buFont typeface="Arial"/>
              <a:buChar char="•"/>
            </a:pPr>
            <a:r>
              <a:rPr lang="en-US" sz="2800" dirty="0">
                <a:solidFill>
                  <a:schemeClr val="bg1"/>
                </a:solidFill>
                <a:latin typeface="Arial"/>
                <a:cs typeface="Arial"/>
              </a:rPr>
              <a:t>Estimate HFCS prevalence in U.S. branded food products</a:t>
            </a:r>
          </a:p>
          <a:p>
            <a:pPr marL="342900" indent="-342900">
              <a:spcBef>
                <a:spcPts val="600"/>
              </a:spcBef>
              <a:buFont typeface="Arial"/>
              <a:buChar char="•"/>
            </a:pPr>
            <a:r>
              <a:rPr lang="en-US" sz="2800" dirty="0">
                <a:solidFill>
                  <a:schemeClr val="bg1"/>
                </a:solidFill>
                <a:latin typeface="Arial"/>
                <a:cs typeface="Arial"/>
              </a:rPr>
              <a:t>Establish a reproducible baseline for future surveillance</a:t>
            </a:r>
          </a:p>
        </p:txBody>
      </p:sp>
      <p:sp>
        <p:nvSpPr>
          <p:cNvPr id="313" name="TextBox 312"/>
          <p:cNvSpPr txBox="1"/>
          <p:nvPr/>
        </p:nvSpPr>
        <p:spPr>
          <a:xfrm>
            <a:off x="795528" y="12390120"/>
            <a:ext cx="9308592" cy="9144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400" dirty="0">
                <a:latin typeface="Times New Roman"/>
                <a:cs typeface="Times New Roman"/>
              </a:rPr>
              <a:t>Introduction</a:t>
            </a:r>
            <a:endParaRPr lang="en-US" sz="4400" dirty="0">
              <a:latin typeface="Times New Roman"/>
              <a:cs typeface="Times New Roman"/>
            </a:endParaRPr>
          </a:p>
        </p:txBody>
      </p:sp>
      <p:sp>
        <p:nvSpPr>
          <p:cNvPr id="315" name="TextBox 314"/>
          <p:cNvSpPr txBox="1"/>
          <p:nvPr/>
        </p:nvSpPr>
        <p:spPr>
          <a:xfrm>
            <a:off x="795528" y="24323040"/>
            <a:ext cx="9308592" cy="7708392"/>
          </a:xfrm>
          <a:prstGeom prst="rect">
            <a:avLst/>
          </a:prstGeom>
          <a:solidFill>
            <a:schemeClr val="tx1"/>
          </a:solidFill>
          <a:ln cap="rnd">
            <a:solidFill>
              <a:schemeClr val="bg1"/>
            </a:solidFill>
          </a:ln>
        </p:spPr>
        <p:txBody>
          <a:bodyPr wrap="square" lIns="182880" rIns="182880" rtlCol="0" tIns="91440" bIns="91440">
            <a:noAutofit/>
          </a:bodyPr>
          <a:lstStyle/>
          <a:p>
            <a:pPr marL="342900" indent="-342900">
              <a:spcBef>
                <a:spcPts val="0"/>
              </a:spcBef>
              <a:buFont typeface="Arial"/>
              <a:buChar char="•"/>
            </a:pPr>
            <a:r>
              <a:rPr lang="en-US" sz="2800" dirty="0" b="1">
                <a:solidFill>
                  <a:schemeClr val="bg1"/>
                </a:solidFill>
                <a:latin typeface="Arial"/>
                <a:cs typeface="Arial"/>
              </a:rPr>
              <a:t>Design:</a:t>
            </a:r>
            <a:r>
              <a:rPr lang="en-US" sz="2800" dirty="0">
                <a:solidFill>
                  <a:schemeClr val="bg1"/>
                </a:solidFill>
                <a:latin typeface="Arial"/>
                <a:cs typeface="Arial"/>
              </a:rPr>
              <a:t> retrospective, cross-sectional, descriptive</a:t>
            </a:r>
          </a:p>
          <a:p>
            <a:pPr marL="342900" indent="-342900">
              <a:spcBef>
                <a:spcPts val="600"/>
              </a:spcBef>
              <a:buFont typeface="Arial"/>
              <a:buChar char="•"/>
            </a:pPr>
            <a:r>
              <a:rPr lang="en-US" sz="2800" dirty="0" b="1">
                <a:solidFill>
                  <a:schemeClr val="bg1"/>
                </a:solidFill>
                <a:latin typeface="Arial"/>
                <a:cs typeface="Arial"/>
              </a:rPr>
              <a:t>Data:</a:t>
            </a:r>
            <a:r>
              <a:rPr lang="en-US" sz="2800" dirty="0">
                <a:solidFill>
                  <a:schemeClr val="bg1"/>
                </a:solidFill>
                <a:latin typeface="Arial"/>
                <a:cs typeface="Arial"/>
              </a:rPr>
              <a:t> USDA FoodData Central Global Branded Food Products Database (GBFPD); 400,000+ industry-supplied products, updated monthly</a:t>
            </a:r>
          </a:p>
          <a:p>
            <a:pPr marL="342900" indent="-342900">
              <a:spcBef>
                <a:spcPts val="600"/>
              </a:spcBef>
              <a:buFont typeface="Arial"/>
              <a:buChar char="•"/>
            </a:pPr>
            <a:r>
              <a:rPr lang="en-US" sz="2800" dirty="0" b="1">
                <a:solidFill>
                  <a:schemeClr val="bg1"/>
                </a:solidFill>
                <a:latin typeface="Arial"/>
                <a:cs typeface="Arial"/>
              </a:rPr>
              <a:t>Search window:</a:t>
            </a:r>
            <a:r>
              <a:rPr lang="en-US" sz="2800" dirty="0">
                <a:solidFill>
                  <a:schemeClr val="bg1"/>
                </a:solidFill>
                <a:latin typeface="Arial"/>
                <a:cs typeface="Arial"/>
              </a:rPr>
              <a:t> April 13, 2019 – December 13, 2025 (FDC published date)</a:t>
            </a:r>
          </a:p>
          <a:p>
            <a:pPr marL="342900" indent="-342900">
              <a:spcBef>
                <a:spcPts val="600"/>
              </a:spcBef>
              <a:buFont typeface="Arial"/>
              <a:buChar char="•"/>
            </a:pPr>
            <a:r>
              <a:rPr lang="en-US" sz="2800" dirty="0" b="1">
                <a:solidFill>
                  <a:schemeClr val="bg1"/>
                </a:solidFill>
                <a:latin typeface="Arial"/>
                <a:cs typeface="Arial"/>
              </a:rPr>
              <a:t>Trade channels:</a:t>
            </a:r>
            <a:r>
              <a:rPr lang="en-US" sz="2800" dirty="0">
                <a:solidFill>
                  <a:schemeClr val="bg1"/>
                </a:solidFill>
                <a:latin typeface="Arial"/>
                <a:cs typeface="Arial"/>
              </a:rPr>
              <a:t> grocery, convenience, mass merchandising, food service, vending, online, military, child nutrition programs, none</a:t>
            </a:r>
          </a:p>
          <a:p>
            <a:pPr marL="342900" indent="-342900">
              <a:spcBef>
                <a:spcPts val="600"/>
              </a:spcBef>
              <a:buFont typeface="Arial"/>
              <a:buChar char="•"/>
            </a:pPr>
            <a:r>
              <a:rPr lang="en-US" sz="2800" dirty="0" b="1">
                <a:solidFill>
                  <a:schemeClr val="bg1"/>
                </a:solidFill>
                <a:latin typeface="Arial"/>
                <a:cs typeface="Arial"/>
              </a:rPr>
              <a:t>Excluded:</a:t>
            </a:r>
            <a:r>
              <a:rPr lang="en-US" sz="2800" dirty="0">
                <a:solidFill>
                  <a:schemeClr val="bg1"/>
                </a:solidFill>
                <a:latin typeface="Arial"/>
                <a:cs typeface="Arial"/>
              </a:rPr>
              <a:t> “Drug” category and New Zealand market (n = 6,717)</a:t>
            </a:r>
          </a:p>
          <a:p>
            <a:pPr marL="342900" indent="-342900">
              <a:spcBef>
                <a:spcPts val="600"/>
              </a:spcBef>
              <a:buFont typeface="Arial"/>
              <a:buChar char="•"/>
            </a:pPr>
            <a:r>
              <a:rPr lang="en-US" sz="2800" dirty="0" b="1">
                <a:solidFill>
                  <a:schemeClr val="bg1"/>
                </a:solidFill>
                <a:latin typeface="Arial"/>
                <a:cs typeface="Arial"/>
              </a:rPr>
              <a:t>HFCS search:</a:t>
            </a:r>
            <a:r>
              <a:rPr lang="en-US" sz="2800" dirty="0">
                <a:solidFill>
                  <a:schemeClr val="bg1"/>
                </a:solidFill>
                <a:latin typeface="Arial"/>
                <a:cs typeface="Arial"/>
              </a:rPr>
              <a:t> ingredients containing “High” AND “Fructose” AND “Corn” AND “Syrup”</a:t>
            </a:r>
          </a:p>
          <a:p>
            <a:pPr marL="342900" indent="-342900">
              <a:spcBef>
                <a:spcPts val="600"/>
              </a:spcBef>
              <a:buFont typeface="Arial"/>
              <a:buChar char="•"/>
            </a:pPr>
            <a:r>
              <a:rPr lang="en-US" sz="2800" dirty="0" b="1">
                <a:solidFill>
                  <a:schemeClr val="bg1"/>
                </a:solidFill>
                <a:latin typeface="Arial"/>
                <a:cs typeface="Arial"/>
              </a:rPr>
              <a:t>Analysis:</a:t>
            </a:r>
            <a:r>
              <a:rPr lang="en-US" sz="2800" dirty="0">
                <a:solidFill>
                  <a:schemeClr val="bg1"/>
                </a:solidFill>
                <a:latin typeface="Arial"/>
                <a:cs typeface="Arial"/>
              </a:rPr>
              <a:t> % of eligible products listing HFCS (Excel)</a:t>
            </a:r>
          </a:p>
        </p:txBody>
      </p:sp>
      <p:sp>
        <p:nvSpPr>
          <p:cNvPr id="316" name="TextBox 315"/>
          <p:cNvSpPr txBox="1"/>
          <p:nvPr/>
        </p:nvSpPr>
        <p:spPr>
          <a:xfrm>
            <a:off x="795528" y="23408640"/>
            <a:ext cx="9308592" cy="9144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400" dirty="0">
                <a:latin typeface="Times New Roman"/>
                <a:cs typeface="Times New Roman"/>
              </a:rPr>
              <a:t>Methods</a:t>
            </a:r>
            <a:endParaRPr lang="en-US" sz="4400" dirty="0">
              <a:latin typeface="Times New Roman"/>
              <a:cs typeface="Times New Roman"/>
            </a:endParaRPr>
          </a:p>
        </p:txBody>
      </p:sp>
      <p:sp>
        <p:nvSpPr>
          <p:cNvPr id="321" name="TextBox 320"/>
          <p:cNvSpPr txBox="1"/>
          <p:nvPr/>
        </p:nvSpPr>
        <p:spPr>
          <a:xfrm>
            <a:off x="34033968" y="22174200"/>
            <a:ext cx="9326880" cy="9857231"/>
          </a:xfrm>
          <a:prstGeom prst="rect">
            <a:avLst/>
          </a:prstGeom>
          <a:solidFill>
            <a:srgbClr val="FFFFFF"/>
          </a:solidFill>
          <a:ln cap="rnd">
            <a:solidFill>
              <a:schemeClr val="bg1"/>
            </a:solidFill>
          </a:ln>
        </p:spPr>
        <p:txBody>
          <a:bodyPr wrap="square" lIns="182880" rIns="182880" rtlCol="0" tIns="91440" bIns="91440">
            <a:noAutofit/>
          </a:bodyPr>
          <a:lstStyle/>
          <a:p>
            <a:pPr marL="548640" indent="-548640">
              <a:spcBef>
                <a:spcPts val="0"/>
              </a:spcBef>
              <a:buFont typeface="Arial"/>
              <a:buAutoNum type="arabicPeriod"/>
            </a:pPr>
            <a:r>
              <a:rPr lang="en-US" sz="3600" dirty="0" b="1">
                <a:solidFill>
                  <a:schemeClr val="bg1"/>
                </a:solidFill>
                <a:latin typeface="Arial"/>
                <a:cs typeface="Arial"/>
              </a:rPr>
              <a:t>Estimate consumer exposure.</a:t>
            </a:r>
            <a:r>
              <a:rPr lang="en-US" sz="3600" dirty="0">
                <a:solidFill>
                  <a:schemeClr val="bg1"/>
                </a:solidFill>
                <a:latin typeface="Arial"/>
                <a:cs typeface="Arial"/>
              </a:rPr>
              <a:t> Link ingredient data to sales-weighted or scanner data, so prevalence reflects what people buy.</a:t>
            </a:r>
          </a:p>
          <a:p>
            <a:pPr marL="548640" indent="-548640">
              <a:spcBef>
                <a:spcPts val="600"/>
              </a:spcBef>
              <a:buFont typeface="Arial"/>
              <a:buAutoNum type="arabicPeriod"/>
            </a:pPr>
            <a:r>
              <a:rPr lang="en-US" sz="3600" dirty="0" b="1">
                <a:solidFill>
                  <a:schemeClr val="bg1"/>
                </a:solidFill>
                <a:latin typeface="Arial"/>
                <a:cs typeface="Arial"/>
              </a:rPr>
              <a:t>Find where HFCS is concentrated.</a:t>
            </a:r>
            <a:r>
              <a:rPr lang="en-US" sz="3600" dirty="0">
                <a:solidFill>
                  <a:schemeClr val="bg1"/>
                </a:solidFill>
                <a:latin typeface="Arial"/>
                <a:cs typeface="Arial"/>
              </a:rPr>
              <a:t> Break down prevalence by food category and trade channel.</a:t>
            </a:r>
          </a:p>
          <a:p>
            <a:pPr marL="548640" indent="-548640">
              <a:spcBef>
                <a:spcPts val="600"/>
              </a:spcBef>
              <a:buFont typeface="Arial"/>
              <a:buAutoNum type="arabicPeriod"/>
            </a:pPr>
            <a:r>
              <a:rPr lang="en-US" sz="3600" dirty="0" b="1">
                <a:solidFill>
                  <a:schemeClr val="bg1"/>
                </a:solidFill>
                <a:latin typeface="Arial"/>
                <a:cs typeface="Arial"/>
              </a:rPr>
              <a:t>Strengthen monitoring.</a:t>
            </a:r>
            <a:r>
              <a:rPr lang="en-US" sz="3600" dirty="0">
                <a:solidFill>
                  <a:schemeClr val="bg1"/>
                </a:solidFill>
                <a:latin typeface="Arial"/>
                <a:cs typeface="Arial"/>
              </a:rPr>
              <a:t> Combine ingredient data with Nutrition Facts added-sugar labeling.</a:t>
            </a:r>
          </a:p>
          <a:p>
            <a:pPr marL="548640" indent="-548640">
              <a:spcBef>
                <a:spcPts val="600"/>
              </a:spcBef>
              <a:buFont typeface="Arial"/>
              <a:buAutoNum type="arabicPeriod"/>
            </a:pPr>
            <a:r>
              <a:rPr lang="en-US" sz="3600" dirty="0" b="1">
                <a:solidFill>
                  <a:schemeClr val="bg1"/>
                </a:solidFill>
                <a:latin typeface="Arial"/>
                <a:cs typeface="Arial"/>
              </a:rPr>
              <a:t>Track change over time.</a:t>
            </a:r>
            <a:r>
              <a:rPr lang="en-US" sz="3600" dirty="0">
                <a:solidFill>
                  <a:schemeClr val="bg1"/>
                </a:solidFill>
                <a:latin typeface="Arial"/>
                <a:cs typeface="Arial"/>
              </a:rPr>
              <a:t> Repeat the analysis to detect reformulation and market shifts.</a:t>
            </a:r>
          </a:p>
        </p:txBody>
      </p:sp>
      <p:sp>
        <p:nvSpPr>
          <p:cNvPr id="322" name="TextBox 321"/>
          <p:cNvSpPr txBox="1"/>
          <p:nvPr/>
        </p:nvSpPr>
        <p:spPr>
          <a:xfrm>
            <a:off x="34033968" y="21259800"/>
            <a:ext cx="9326880" cy="9144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400" dirty="0">
                <a:latin typeface="Garamond"/>
                <a:cs typeface="Garamond"/>
              </a:rPr>
              <a:t>Future Work</a:t>
            </a:r>
            <a:endParaRPr lang="en-US" sz="4400" dirty="0">
              <a:latin typeface="Garamond"/>
              <a:cs typeface="Garamond"/>
            </a:endParaRPr>
          </a:p>
        </p:txBody>
      </p:sp>
      <p:sp>
        <p:nvSpPr>
          <p:cNvPr id="326" name="TextBox 325"/>
          <p:cNvSpPr txBox="1"/>
          <p:nvPr/>
        </p:nvSpPr>
        <p:spPr>
          <a:xfrm>
            <a:off x="34033968" y="3931920"/>
            <a:ext cx="9326880" cy="914400"/>
          </a:xfrm>
          <a:prstGeom prst="rect">
            <a:avLst/>
          </a:prstGeom>
          <a:solidFill>
            <a:srgbClr val="0A254E"/>
          </a:solidFill>
          <a:ln>
            <a:solidFill>
              <a:schemeClr val="bg1"/>
            </a:solidFill>
          </a:ln>
        </p:spPr>
        <p:txBody>
          <a:bodyPr wrap="square" lIns="131445" tIns="65723" rIns="131445" bIns="65723" rtlCol="0" anchor="ctr">
            <a:noAutofit/>
          </a:bodyPr>
          <a:lstStyle/>
          <a:p>
            <a:pPr algn="ctr"/>
            <a:r>
              <a:rPr lang="en-US" sz="4400" dirty="0">
                <a:latin typeface="Times New Roman"/>
                <a:cs typeface="Times New Roman"/>
              </a:rPr>
              <a:t>Results &amp; Conclusions</a:t>
            </a:r>
            <a:endParaRPr lang="en-US" sz="4400" dirty="0">
              <a:latin typeface="Times New Roman"/>
              <a:cs typeface="Times New Roman"/>
            </a:endParaRPr>
          </a:p>
        </p:txBody>
      </p:sp>
      <p:sp>
        <p:nvSpPr>
          <p:cNvPr id="327" name="Rectangle 326"/>
          <p:cNvSpPr/>
          <p:nvPr/>
        </p:nvSpPr>
        <p:spPr>
          <a:xfrm>
            <a:off x="34033968" y="4846320"/>
            <a:ext cx="9326880" cy="16093440"/>
          </a:xfrm>
          <a:prstGeom prst="rect">
            <a:avLst/>
          </a:prstGeom>
          <a:solidFill>
            <a:schemeClr val="tx1"/>
          </a:solidFill>
          <a:ln>
            <a:solidFill>
              <a:schemeClr val="bg1"/>
            </a:solidFill>
          </a:ln>
        </p:spPr>
        <p:txBody>
          <a:bodyPr wrap="square" lIns="182880" rIns="182880" tIns="91440" bIns="91440">
            <a:noAutofit/>
          </a:bodyPr>
          <a:lstStyle/>
          <a:p>
            <a:pPr>
              <a:spcBef>
                <a:spcPts val="0"/>
              </a:spcBef>
              <a:buNone/>
            </a:pPr>
            <a:r>
              <a:rPr lang="en-US" sz="4000" dirty="0" b="1">
                <a:solidFill>
                  <a:schemeClr val="bg1"/>
                </a:solidFill>
                <a:latin typeface="Arial"/>
                <a:cs typeface="Arial"/>
              </a:rPr>
              <a:t>Results</a:t>
            </a:r>
          </a:p>
          <a:p>
            <a:pPr marL="342900" indent="-342900">
              <a:spcBef>
                <a:spcPts val="600"/>
              </a:spcBef>
              <a:buFont typeface="Arial"/>
              <a:buChar char="•"/>
            </a:pPr>
            <a:r>
              <a:rPr lang="en-US" sz="4000" dirty="0" b="1">
                <a:solidFill>
                  <a:schemeClr val="bg1"/>
                </a:solidFill>
                <a:latin typeface="Arial"/>
                <a:cs typeface="Arial"/>
              </a:rPr>
              <a:t>447,607</a:t>
            </a:r>
            <a:r>
              <a:rPr lang="en-US" sz="4000" dirty="0">
                <a:solidFill>
                  <a:schemeClr val="bg1"/>
                </a:solidFill>
                <a:latin typeface="Arial"/>
                <a:cs typeface="Arial"/>
              </a:rPr>
              <a:t> U.S. branded food products were eligible (454,324 identified before exclusions)</a:t>
            </a:r>
          </a:p>
          <a:p>
            <a:pPr marL="342900" indent="-342900">
              <a:spcBef>
                <a:spcPts val="600"/>
              </a:spcBef>
              <a:buFont typeface="Arial"/>
              <a:buChar char="•"/>
            </a:pPr>
            <a:r>
              <a:rPr lang="en-US" sz="4000" dirty="0" b="1">
                <a:solidFill>
                  <a:schemeClr val="bg1"/>
                </a:solidFill>
                <a:latin typeface="Arial"/>
                <a:cs typeface="Arial"/>
              </a:rPr>
              <a:t>29,503 products (6.6%)</a:t>
            </a:r>
            <a:r>
              <a:rPr lang="en-US" sz="4000" dirty="0">
                <a:solidFill>
                  <a:schemeClr val="bg1"/>
                </a:solidFill>
                <a:latin typeface="Arial"/>
                <a:cs typeface="Arial"/>
              </a:rPr>
              <a:t> listed HFCS as an ingredient, about </a:t>
            </a:r>
            <a:r>
              <a:rPr lang="en-US" sz="4000" dirty="0" b="1">
                <a:solidFill>
                  <a:schemeClr val="bg1"/>
                </a:solidFill>
                <a:latin typeface="Arial"/>
                <a:cs typeface="Arial"/>
              </a:rPr>
              <a:t>1 in 15</a:t>
            </a:r>
          </a:p>
          <a:p>
            <a:pPr marL="342900" indent="-342900">
              <a:spcBef>
                <a:spcPts val="600"/>
              </a:spcBef>
              <a:buFont typeface="Arial"/>
              <a:buChar char="•"/>
            </a:pPr>
            <a:r>
              <a:rPr lang="en-US" sz="4000" dirty="0" b="1">
                <a:solidFill>
                  <a:schemeClr val="bg1"/>
                </a:solidFill>
                <a:latin typeface="Arial"/>
                <a:cs typeface="Arial"/>
              </a:rPr>
              <a:t>418,104 products (93.4%)</a:t>
            </a:r>
            <a:r>
              <a:rPr lang="en-US" sz="4000" dirty="0">
                <a:solidFill>
                  <a:schemeClr val="bg1"/>
                </a:solidFill>
                <a:latin typeface="Arial"/>
                <a:cs typeface="Arial"/>
              </a:rPr>
              <a:t> did not list HFCS</a:t>
            </a:r>
          </a:p>
          <a:p>
            <a:pPr>
              <a:spcBef>
                <a:spcPts val="1000"/>
              </a:spcBef>
              <a:buNone/>
            </a:pPr>
            <a:r>
              <a:rPr lang="en-US" sz="4000" dirty="0" b="1">
                <a:solidFill>
                  <a:schemeClr val="bg1"/>
                </a:solidFill>
                <a:latin typeface="Arial"/>
                <a:cs typeface="Arial"/>
              </a:rPr>
              <a:t>Conclusions</a:t>
            </a:r>
          </a:p>
          <a:p>
            <a:pPr marL="342900" indent="-342900">
              <a:spcBef>
                <a:spcPts val="600"/>
              </a:spcBef>
              <a:buFont typeface="Arial"/>
              <a:buChar char="•"/>
            </a:pPr>
            <a:r>
              <a:rPr lang="en-US" sz="4000" dirty="0">
                <a:solidFill>
                  <a:schemeClr val="bg1"/>
                </a:solidFill>
                <a:latin typeface="Arial"/>
                <a:cs typeface="Arial"/>
              </a:rPr>
              <a:t>HFCS is listed in </a:t>
            </a:r>
            <a:r>
              <a:rPr lang="en-US" sz="4000" dirty="0" b="1">
                <a:solidFill>
                  <a:schemeClr val="bg1"/>
                </a:solidFill>
                <a:latin typeface="Arial"/>
                <a:cs typeface="Arial"/>
              </a:rPr>
              <a:t>6.6%</a:t>
            </a:r>
            <a:r>
              <a:rPr lang="en-US" sz="4000" dirty="0">
                <a:solidFill>
                  <a:schemeClr val="bg1"/>
                </a:solidFill>
                <a:latin typeface="Arial"/>
                <a:cs typeface="Arial"/>
              </a:rPr>
              <a:t> of U.S. branded food products, nearly </a:t>
            </a:r>
            <a:r>
              <a:rPr lang="en-US" sz="4000" dirty="0" b="1">
                <a:solidFill>
                  <a:schemeClr val="bg1"/>
                </a:solidFill>
                <a:latin typeface="Arial"/>
                <a:cs typeface="Arial"/>
              </a:rPr>
              <a:t>30,000</a:t>
            </a:r>
            <a:r>
              <a:rPr lang="en-US" sz="4000" dirty="0">
                <a:solidFill>
                  <a:schemeClr val="bg1"/>
                </a:solidFill>
                <a:latin typeface="Arial"/>
                <a:cs typeface="Arial"/>
              </a:rPr>
              <a:t> items</a:t>
            </a:r>
          </a:p>
          <a:p>
            <a:pPr marL="342900" indent="-342900">
              <a:spcBef>
                <a:spcPts val="600"/>
              </a:spcBef>
              <a:buFont typeface="Arial"/>
              <a:buChar char="•"/>
            </a:pPr>
            <a:r>
              <a:rPr lang="en-US" sz="4000" dirty="0">
                <a:solidFill>
                  <a:schemeClr val="bg1"/>
                </a:solidFill>
                <a:latin typeface="Arial"/>
                <a:cs typeface="Arial"/>
              </a:rPr>
              <a:t>It is a minority ingredient, but still a relevant part of the commercial food supply</a:t>
            </a:r>
          </a:p>
          <a:p>
            <a:pPr marL="342900" indent="-342900">
              <a:spcBef>
                <a:spcPts val="600"/>
              </a:spcBef>
              <a:buFont typeface="Arial"/>
              <a:buChar char="•"/>
            </a:pPr>
            <a:r>
              <a:rPr lang="en-US" sz="4000" dirty="0">
                <a:solidFill>
                  <a:schemeClr val="bg1"/>
                </a:solidFill>
                <a:latin typeface="Arial"/>
                <a:cs typeface="Arial"/>
              </a:rPr>
              <a:t>Product counts do not reflect consumption volume or the amount of HFCS per product</a:t>
            </a:r>
          </a:p>
          <a:p>
            <a:pPr marL="342900" indent="-342900">
              <a:spcBef>
                <a:spcPts val="600"/>
              </a:spcBef>
              <a:buFont typeface="Arial"/>
              <a:buChar char="•"/>
            </a:pPr>
            <a:r>
              <a:rPr lang="en-US" sz="4000" dirty="0">
                <a:solidFill>
                  <a:schemeClr val="bg1"/>
                </a:solidFill>
                <a:latin typeface="Arial"/>
                <a:cs typeface="Arial"/>
              </a:rPr>
              <a:t>Term-based searching may slightly over- or under-count HFCS products</a:t>
            </a:r>
          </a:p>
          <a:p>
            <a:pPr marL="342900" indent="-342900">
              <a:spcBef>
                <a:spcPts val="600"/>
              </a:spcBef>
              <a:buFont typeface="Arial"/>
              <a:buChar char="•"/>
            </a:pPr>
            <a:r>
              <a:rPr lang="en-US" sz="4000" dirty="0">
                <a:solidFill>
                  <a:schemeClr val="bg1"/>
                </a:solidFill>
                <a:latin typeface="Arial"/>
                <a:cs typeface="Arial"/>
              </a:rPr>
              <a:t>This analysis provides a </a:t>
            </a:r>
            <a:r>
              <a:rPr lang="en-US" sz="4000" dirty="0" b="1">
                <a:solidFill>
                  <a:schemeClr val="bg1"/>
                </a:solidFill>
                <a:latin typeface="Arial"/>
                <a:cs typeface="Arial"/>
              </a:rPr>
              <a:t>reproducible baseline</a:t>
            </a:r>
            <a:r>
              <a:rPr lang="en-US" sz="4000" dirty="0">
                <a:solidFill>
                  <a:schemeClr val="bg1"/>
                </a:solidFill>
                <a:latin typeface="Arial"/>
                <a:cs typeface="Arial"/>
              </a:rPr>
              <a:t> for HFCS surveillance, policy evaluation, and efforts to reduce added sugars</a:t>
            </a:r>
          </a:p>
        </p:txBody>
      </p:sp>
      <p:pic>
        <p:nvPicPr>
          <p:cNvPr id="6" name="Picture 5">
            <a:extLst>
              <a:ext uri="{FF2B5EF4-FFF2-40B4-BE49-F238E27FC236}">
                <a16:creationId xmlns:a16="http://schemas.microsoft.com/office/drawing/2014/main" id="{C7008DBC-76B4-3746-A8C9-59875E92D402}"/>
              </a:ext>
            </a:extLst>
          </p:cNvPr>
          <p:cNvPicPr>
            <a:picLocks noChangeAspect="1"/>
          </p:cNvPicPr>
          <p:nvPr/>
        </p:nvPicPr>
        <p:blipFill>
          <a:blip r:embed="rId8"/>
          <a:stretch>
            <a:fillRect/>
          </a:stretch>
        </p:blipFill>
        <p:spPr>
          <a:xfrm>
            <a:off x="16179312" y="4526280"/>
            <a:ext cx="11605726" cy="9326880"/>
          </a:xfrm>
          <a:prstGeom prst="rect">
            <a:avLst/>
          </a:prstGeom>
        </p:spPr>
      </p:pic>
      <p:pic>
        <p:nvPicPr>
          <p:cNvPr id="8" name="Picture 7">
            <a:extLst>
              <a:ext uri="{FF2B5EF4-FFF2-40B4-BE49-F238E27FC236}">
                <a16:creationId xmlns:a16="http://schemas.microsoft.com/office/drawing/2014/main" id="{4E24480C-1A26-DE68-7572-77A9C84FD54B}"/>
              </a:ext>
            </a:extLst>
          </p:cNvPr>
          <p:cNvPicPr>
            <a:picLocks noChangeAspect="1"/>
          </p:cNvPicPr>
          <p:nvPr/>
        </p:nvPicPr>
        <p:blipFill>
          <a:blip r:embed="rId9"/>
          <a:stretch>
            <a:fillRect/>
          </a:stretch>
        </p:blipFill>
        <p:spPr>
          <a:xfrm>
            <a:off x="11249026" y="21751260"/>
            <a:ext cx="10352856" cy="9740316"/>
          </a:xfrm>
          <a:prstGeom prst="rect">
            <a:avLst/>
          </a:prstGeom>
        </p:spPr>
      </p:pic>
      <p:pic>
        <p:nvPicPr>
          <p:cNvPr id="10" name="Picture 9">
            <a:extLst>
              <a:ext uri="{FF2B5EF4-FFF2-40B4-BE49-F238E27FC236}">
                <a16:creationId xmlns:a16="http://schemas.microsoft.com/office/drawing/2014/main" id="{72CC88BC-922D-1070-5E41-EB5F97E62717}"/>
              </a:ext>
            </a:extLst>
          </p:cNvPr>
          <p:cNvPicPr>
            <a:picLocks noChangeAspect="1"/>
          </p:cNvPicPr>
          <p:nvPr/>
        </p:nvPicPr>
        <p:blipFill>
          <a:blip r:embed="rId10"/>
          <a:stretch>
            <a:fillRect/>
          </a:stretch>
        </p:blipFill>
        <p:spPr>
          <a:xfrm>
            <a:off x="22354159" y="21505039"/>
            <a:ext cx="10616215" cy="9968254"/>
          </a:xfrm>
          <a:prstGeom prst="rect">
            <a:avLst/>
          </a:prstGeom>
        </p:spPr>
      </p:pic>
      <p:pic>
        <p:nvPicPr>
          <p:cNvPr id="12" name="Picture 11">
            <a:extLst>
              <a:ext uri="{FF2B5EF4-FFF2-40B4-BE49-F238E27FC236}">
                <a16:creationId xmlns:a16="http://schemas.microsoft.com/office/drawing/2014/main" id="{73FB876D-E776-1703-435E-A01333372FDC}"/>
              </a:ext>
            </a:extLst>
          </p:cNvPr>
          <p:cNvPicPr>
            <a:picLocks noChangeAspect="1"/>
          </p:cNvPicPr>
          <p:nvPr/>
        </p:nvPicPr>
        <p:blipFill>
          <a:blip r:embed="rId11"/>
          <a:stretch>
            <a:fillRect/>
          </a:stretch>
        </p:blipFill>
        <p:spPr>
          <a:xfrm>
            <a:off x="11230760" y="14134650"/>
            <a:ext cx="21503922" cy="7134398"/>
          </a:xfrm>
          <a:prstGeom prst="rect">
            <a:avLst/>
          </a:prstGeom>
        </p:spPr>
      </p:pic>
    </p:spTree>
    <p:extLst>
      <p:ext uri="{BB962C8B-B14F-4D97-AF65-F5344CB8AC3E}">
        <p14:creationId xmlns:p14="http://schemas.microsoft.com/office/powerpoint/2010/main" val="3247708637"/>
      </p:ext>
    </p:extLst>
  </p:cSld>
  <p:clrMapOvr>
    <a:masterClrMapping/>
  </p:clrMapOvr>
  <p:extLst>
    <p:ext uri="{6950BFC3-D8DA-4A85-94F7-54DA5524770B}">
      <p188:commentRel xmlns:p188="http://schemas.microsoft.com/office/powerpoint/2018/8/main" r:id="rId3"/>
    </p:ext>
  </p:extLs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TM04033929[[fn=Slate]]</Template>
  <TotalTime>23811</TotalTime>
  <Words>983</Words>
  <Application>Microsoft Office PowerPoint</Application>
  <PresentationFormat>Custom</PresentationFormat>
  <Paragraphs>104</Paragraphs>
  <Slides>1</Slides>
  <Notes>1</Notes>
  <HiddenSlides>0</HiddenSlides>
  <MMClips>0</MMClip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Slate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Montalvo</dc:creator>
  <cp:lastModifiedBy>Chelsea Mazonde</cp:lastModifiedBy>
  <cp:revision>317</cp:revision>
  <dcterms:created xsi:type="dcterms:W3CDTF">2013-10-19T16:33:22Z</dcterms:created>
  <dcterms:modified xsi:type="dcterms:W3CDTF">2026-09-24T00:56:50Z</dcterms:modified>
</cp:coreProperties>
</file>