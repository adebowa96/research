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3"/>
  </p:notesMasterIdLst>
  <p:sldIdLst>
    <p:sldId id="256" r:id="rId2"/>
  </p:sldIdLst>
  <p:sldSz cx="43891200" cy="32918400"/>
  <p:notesSz cx="9144000" cy="6858000"/>
  <p:defaultTextStyle>
    <a:defPPr>
      <a:defRPr lang="en-US"/>
    </a:defPPr>
    <a:lvl1pPr marL="0" algn="l" defTabSz="207295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72951" algn="l" defTabSz="207295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45900" algn="l" defTabSz="207295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18851" algn="l" defTabSz="207295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291798" algn="l" defTabSz="207295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364750" algn="l" defTabSz="207295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437701" algn="l" defTabSz="207295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510648" algn="l" defTabSz="207295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583601" algn="l" defTabSz="207295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9">
          <p15:clr>
            <a:srgbClr val="A4A3A4"/>
          </p15:clr>
        </p15:guide>
        <p15:guide id="2" pos="16128">
          <p15:clr>
            <a:srgbClr val="A4A3A4"/>
          </p15:clr>
        </p15:guide>
        <p15:guide id="3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CE1E"/>
    <a:srgbClr val="00C28D"/>
    <a:srgbClr val="00B4FF"/>
    <a:srgbClr val="008080"/>
    <a:srgbClr val="1270FC"/>
    <a:srgbClr val="FFA200"/>
    <a:srgbClr val="008000"/>
    <a:srgbClr val="FFFFFF"/>
    <a:srgbClr val="0A254E"/>
    <a:srgbClr val="0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9" d="100"/>
          <a:sy n="19" d="100"/>
        </p:scale>
        <p:origin x="588" y="-800"/>
      </p:cViewPr>
      <p:guideLst>
        <p:guide orient="horz" pos="10369"/>
        <p:guide pos="1612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63FE2-9438-354A-B60A-5A471281E58B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A9BC3-5A08-5C40-8DE6-1B49CE826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1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7746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77467" algn="l" defTabSz="47746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54936" algn="l" defTabSz="47746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32403" algn="l" defTabSz="47746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09870" algn="l" defTabSz="47746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387337" algn="l" defTabSz="47746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864805" algn="l" defTabSz="47746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342272" algn="l" defTabSz="47746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819741" algn="l" defTabSz="47746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A9BC3-5A08-5C40-8DE6-1B49CE8263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826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4496" y="8493799"/>
            <a:ext cx="33984125" cy="8778245"/>
          </a:xfrm>
        </p:spPr>
        <p:txBody>
          <a:bodyPr anchor="b">
            <a:normAutofit/>
          </a:bodyPr>
          <a:lstStyle>
            <a:lvl1pPr algn="ctr">
              <a:defRPr sz="25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4496" y="17272029"/>
            <a:ext cx="33984125" cy="5039362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5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3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7" y="8453129"/>
            <a:ext cx="34525982" cy="8778302"/>
          </a:xfrm>
        </p:spPr>
        <p:txBody>
          <a:bodyPr anchor="b"/>
          <a:lstStyle>
            <a:lvl1pPr algn="ctr">
              <a:defRPr sz="19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3447" y="17231419"/>
            <a:ext cx="34525982" cy="7233859"/>
          </a:xfrm>
        </p:spPr>
        <p:txBody>
          <a:bodyPr anchor="t"/>
          <a:lstStyle>
            <a:lvl1pPr marL="0" indent="0" algn="ctr">
              <a:buNone/>
              <a:defRPr sz="9600">
                <a:solidFill>
                  <a:schemeClr val="tx1"/>
                </a:solidFill>
              </a:defRPr>
            </a:lvl1pPr>
            <a:lvl2pPr marL="219456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2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89668" y="8315755"/>
            <a:ext cx="18217790" cy="194820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30414" y="8315762"/>
            <a:ext cx="18232795" cy="194820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3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659" y="8497553"/>
            <a:ext cx="18179630" cy="19742174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3579" y="8497553"/>
            <a:ext cx="18179630" cy="197421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21139" y="8809219"/>
            <a:ext cx="17554838" cy="2615443"/>
          </a:xfrm>
        </p:spPr>
        <p:txBody>
          <a:bodyPr anchor="b">
            <a:noAutofit/>
          </a:bodyPr>
          <a:lstStyle>
            <a:lvl1pPr marL="0" indent="0" algn="ctr">
              <a:buNone/>
              <a:defRPr sz="11520" b="0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21139" y="11424665"/>
            <a:ext cx="17554838" cy="16373102"/>
          </a:xfrm>
        </p:spPr>
        <p:txBody>
          <a:bodyPr anchor="t">
            <a:normAutofit/>
          </a:bodyPr>
          <a:lstStyle>
            <a:lvl1pPr>
              <a:defRPr sz="8640"/>
            </a:lvl1pPr>
            <a:lvl2pPr>
              <a:defRPr sz="7680"/>
            </a:lvl2pPr>
            <a:lvl3pPr>
              <a:defRPr sz="6720"/>
            </a:lvl3pPr>
            <a:lvl4pPr>
              <a:defRPr sz="5760"/>
            </a:lvl4pPr>
            <a:lvl5pPr>
              <a:defRPr sz="576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61880" y="8809227"/>
            <a:ext cx="17623190" cy="2615438"/>
          </a:xfrm>
        </p:spPr>
        <p:txBody>
          <a:bodyPr anchor="b">
            <a:noAutofit/>
          </a:bodyPr>
          <a:lstStyle>
            <a:lvl1pPr marL="0" indent="0" algn="ctr">
              <a:buNone/>
              <a:defRPr sz="11520" b="0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61880" y="11424665"/>
            <a:ext cx="17623190" cy="16373102"/>
          </a:xfrm>
        </p:spPr>
        <p:txBody>
          <a:bodyPr anchor="t">
            <a:normAutofit/>
          </a:bodyPr>
          <a:lstStyle>
            <a:lvl1pPr>
              <a:defRPr sz="8640"/>
            </a:lvl1pPr>
            <a:lvl2pPr>
              <a:defRPr sz="7680"/>
            </a:lvl2pPr>
            <a:lvl3pPr>
              <a:defRPr sz="6720"/>
            </a:lvl3pPr>
            <a:lvl4pPr>
              <a:defRPr sz="5760"/>
            </a:lvl4pPr>
            <a:lvl5pPr>
              <a:defRPr sz="576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81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24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77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668" y="2926080"/>
            <a:ext cx="13344802" cy="8745206"/>
          </a:xfrm>
        </p:spPr>
        <p:txBody>
          <a:bodyPr anchor="b">
            <a:normAutofit/>
          </a:bodyPr>
          <a:lstStyle>
            <a:lvl1pPr algn="ctr">
              <a:defRPr sz="1152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80283" y="2926080"/>
            <a:ext cx="23082926" cy="2487168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668" y="11671289"/>
            <a:ext cx="13344802" cy="16126469"/>
          </a:xfrm>
        </p:spPr>
        <p:txBody>
          <a:bodyPr anchor="t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33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5938" y="2927630"/>
            <a:ext cx="16455101" cy="249862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666" y="2927631"/>
            <a:ext cx="18838445" cy="8780822"/>
          </a:xfrm>
        </p:spPr>
        <p:txBody>
          <a:bodyPr anchor="b">
            <a:noAutofit/>
          </a:bodyPr>
          <a:lstStyle>
            <a:lvl1pPr algn="ctr">
              <a:defRPr sz="1536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88297" y="3571147"/>
            <a:ext cx="15193800" cy="23581546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7680"/>
            </a:lvl2pPr>
            <a:lvl3pPr marL="4389120" indent="0">
              <a:buNone/>
              <a:defRPr sz="7680"/>
            </a:lvl3pPr>
            <a:lvl4pPr marL="6583680" indent="0">
              <a:buNone/>
              <a:defRPr sz="7680"/>
            </a:lvl4pPr>
            <a:lvl5pPr marL="8778240" indent="0">
              <a:buNone/>
              <a:defRPr sz="7680"/>
            </a:lvl5pPr>
            <a:lvl6pPr marL="10972800" indent="0">
              <a:buNone/>
              <a:defRPr sz="7680"/>
            </a:lvl6pPr>
            <a:lvl7pPr marL="13167360" indent="0">
              <a:buNone/>
              <a:defRPr sz="7680"/>
            </a:lvl7pPr>
            <a:lvl8pPr marL="15361920" indent="0">
              <a:buNone/>
              <a:defRPr sz="7680"/>
            </a:lvl8pPr>
            <a:lvl9pPr marL="17556480" indent="0">
              <a:buNone/>
              <a:defRPr sz="768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666" y="11708453"/>
            <a:ext cx="18838445" cy="16205443"/>
          </a:xfrm>
        </p:spPr>
        <p:txBody>
          <a:bodyPr anchor="t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10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176" y="2592408"/>
            <a:ext cx="36748848" cy="184049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702" y="21913224"/>
            <a:ext cx="37279176" cy="2608666"/>
          </a:xfrm>
        </p:spPr>
        <p:txBody>
          <a:bodyPr anchor="b">
            <a:normAutofit/>
          </a:bodyPr>
          <a:lstStyle>
            <a:lvl1pPr algn="ctr">
              <a:defRPr sz="134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45842" y="3336050"/>
            <a:ext cx="34970880" cy="1692322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600"/>
            </a:lvl1pPr>
            <a:lvl2pPr marL="2194560" indent="0">
              <a:buNone/>
              <a:defRPr sz="9600"/>
            </a:lvl2pPr>
            <a:lvl3pPr marL="4389120" indent="0">
              <a:buNone/>
              <a:defRPr sz="96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661" y="24521894"/>
            <a:ext cx="37273546" cy="3275866"/>
          </a:xfrm>
        </p:spPr>
        <p:txBody>
          <a:bodyPr anchor="t"/>
          <a:lstStyle>
            <a:lvl1pPr marL="0" indent="0" algn="ctr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661" y="2920498"/>
            <a:ext cx="37273546" cy="16964851"/>
          </a:xfrm>
        </p:spPr>
        <p:txBody>
          <a:bodyPr anchor="ctr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661" y="20616864"/>
            <a:ext cx="37273546" cy="7208765"/>
          </a:xfrm>
        </p:spPr>
        <p:txBody>
          <a:bodyPr anchor="ctr"/>
          <a:lstStyle>
            <a:lvl1pPr marL="0" indent="0" algn="ctr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37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6363" y="2926080"/>
            <a:ext cx="33489907" cy="14365939"/>
          </a:xfrm>
        </p:spPr>
        <p:txBody>
          <a:bodyPr anchor="ctr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94323" y="17328161"/>
            <a:ext cx="31508275" cy="2557195"/>
          </a:xfrm>
        </p:spPr>
        <p:txBody>
          <a:bodyPr anchor="t">
            <a:normAutofit/>
          </a:bodyPr>
          <a:lstStyle>
            <a:lvl1pPr marL="0" indent="0" algn="r">
              <a:buNone/>
              <a:defRPr sz="672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661" y="20660894"/>
            <a:ext cx="37273546" cy="7149581"/>
          </a:xfrm>
        </p:spPr>
        <p:txBody>
          <a:bodyPr anchor="ctr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011803" y="4194778"/>
            <a:ext cx="2194560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384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76123" y="14079576"/>
            <a:ext cx="2194560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384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0242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661" y="10209329"/>
            <a:ext cx="37273546" cy="12056808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630" y="22322669"/>
            <a:ext cx="37267915" cy="5475091"/>
          </a:xfrm>
        </p:spPr>
        <p:txBody>
          <a:bodyPr anchor="t"/>
          <a:lstStyle>
            <a:lvl1pPr marL="0" indent="0" algn="ctr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27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289661" y="2926080"/>
            <a:ext cx="37273546" cy="465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289661" y="9052560"/>
            <a:ext cx="11883542" cy="2766058"/>
          </a:xfrm>
        </p:spPr>
        <p:txBody>
          <a:bodyPr anchor="b">
            <a:noAutofit/>
          </a:bodyPr>
          <a:lstStyle>
            <a:lvl1pPr marL="0" indent="0" algn="ctr">
              <a:buNone/>
              <a:defRPr sz="11520" b="0">
                <a:solidFill>
                  <a:schemeClr val="tx1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3289661" y="12344400"/>
            <a:ext cx="11883542" cy="15453360"/>
          </a:xfrm>
        </p:spPr>
        <p:txBody>
          <a:bodyPr anchor="t">
            <a:normAutofit/>
          </a:bodyPr>
          <a:lstStyle>
            <a:lvl1pPr marL="0" indent="0" algn="ctr">
              <a:buNone/>
              <a:defRPr sz="672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008159" y="9052560"/>
            <a:ext cx="11883542" cy="2766058"/>
          </a:xfrm>
        </p:spPr>
        <p:txBody>
          <a:bodyPr anchor="b">
            <a:noAutofit/>
          </a:bodyPr>
          <a:lstStyle>
            <a:lvl1pPr marL="0" indent="0" algn="ctr">
              <a:buNone/>
              <a:defRPr sz="11520" b="0">
                <a:solidFill>
                  <a:schemeClr val="tx1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15989165" y="12344400"/>
            <a:ext cx="11883542" cy="15453360"/>
          </a:xfrm>
        </p:spPr>
        <p:txBody>
          <a:bodyPr anchor="t">
            <a:normAutofit/>
          </a:bodyPr>
          <a:lstStyle>
            <a:lvl1pPr marL="0" indent="0" algn="ctr">
              <a:buNone/>
              <a:defRPr sz="672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8679659" y="9052560"/>
            <a:ext cx="11883542" cy="2766058"/>
          </a:xfrm>
        </p:spPr>
        <p:txBody>
          <a:bodyPr anchor="b">
            <a:noAutofit/>
          </a:bodyPr>
          <a:lstStyle>
            <a:lvl1pPr marL="0" indent="0" algn="ctr">
              <a:buNone/>
              <a:defRPr sz="11520" b="0">
                <a:solidFill>
                  <a:schemeClr val="tx1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28679659" y="12344400"/>
            <a:ext cx="11883542" cy="15453360"/>
          </a:xfrm>
        </p:spPr>
        <p:txBody>
          <a:bodyPr anchor="t">
            <a:normAutofit/>
          </a:bodyPr>
          <a:lstStyle>
            <a:lvl1pPr marL="0" indent="0" algn="ctr">
              <a:buNone/>
              <a:defRPr sz="672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31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347" y="8765016"/>
            <a:ext cx="12139421" cy="880107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302" y="8765016"/>
            <a:ext cx="12139421" cy="880107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4232" y="8765016"/>
            <a:ext cx="12139421" cy="880107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289661" y="2926080"/>
            <a:ext cx="37273546" cy="465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3289661" y="18739709"/>
            <a:ext cx="11883542" cy="2766058"/>
          </a:xfrm>
        </p:spPr>
        <p:txBody>
          <a:bodyPr anchor="b">
            <a:noAutofit/>
          </a:bodyPr>
          <a:lstStyle>
            <a:lvl1pPr marL="0" indent="0" algn="ctr">
              <a:buNone/>
              <a:defRPr sz="9600" b="0">
                <a:solidFill>
                  <a:schemeClr val="tx1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3665170" y="9306807"/>
            <a:ext cx="11132525" cy="7694179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7680"/>
            </a:lvl2pPr>
            <a:lvl3pPr marL="4389120" indent="0">
              <a:buNone/>
              <a:defRPr sz="7680"/>
            </a:lvl3pPr>
            <a:lvl4pPr marL="6583680" indent="0">
              <a:buNone/>
              <a:defRPr sz="7680"/>
            </a:lvl4pPr>
            <a:lvl5pPr marL="8778240" indent="0">
              <a:buNone/>
              <a:defRPr sz="7680"/>
            </a:lvl5pPr>
            <a:lvl6pPr marL="10972800" indent="0">
              <a:buNone/>
              <a:defRPr sz="7680"/>
            </a:lvl6pPr>
            <a:lvl7pPr marL="13167360" indent="0">
              <a:buNone/>
              <a:defRPr sz="7680"/>
            </a:lvl7pPr>
            <a:lvl8pPr marL="15361920" indent="0">
              <a:buNone/>
              <a:defRPr sz="7680"/>
            </a:lvl8pPr>
            <a:lvl9pPr marL="17556480" indent="0">
              <a:buNone/>
              <a:defRPr sz="768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3289661" y="21505774"/>
            <a:ext cx="11883542" cy="6291998"/>
          </a:xfrm>
        </p:spPr>
        <p:txBody>
          <a:bodyPr anchor="t">
            <a:normAutofit/>
          </a:bodyPr>
          <a:lstStyle>
            <a:lvl1pPr marL="0" indent="0" algn="ctr">
              <a:buNone/>
              <a:defRPr sz="672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994037" y="18739709"/>
            <a:ext cx="11883542" cy="2766058"/>
          </a:xfrm>
        </p:spPr>
        <p:txBody>
          <a:bodyPr anchor="b">
            <a:noAutofit/>
          </a:bodyPr>
          <a:lstStyle>
            <a:lvl1pPr marL="0" indent="0" algn="ctr">
              <a:buNone/>
              <a:defRPr sz="9600" b="0">
                <a:solidFill>
                  <a:schemeClr val="tx1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16364674" y="9307651"/>
            <a:ext cx="11132525" cy="7719187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7680"/>
            </a:lvl2pPr>
            <a:lvl3pPr marL="4389120" indent="0">
              <a:buNone/>
              <a:defRPr sz="7680"/>
            </a:lvl3pPr>
            <a:lvl4pPr marL="6583680" indent="0">
              <a:buNone/>
              <a:defRPr sz="7680"/>
            </a:lvl4pPr>
            <a:lvl5pPr marL="8778240" indent="0">
              <a:buNone/>
              <a:defRPr sz="7680"/>
            </a:lvl5pPr>
            <a:lvl6pPr marL="10972800" indent="0">
              <a:buNone/>
              <a:defRPr sz="7680"/>
            </a:lvl6pPr>
            <a:lvl7pPr marL="13167360" indent="0">
              <a:buNone/>
              <a:defRPr sz="7680"/>
            </a:lvl7pPr>
            <a:lvl8pPr marL="15361920" indent="0">
              <a:buNone/>
              <a:defRPr sz="7680"/>
            </a:lvl8pPr>
            <a:lvl9pPr marL="17556480" indent="0">
              <a:buNone/>
              <a:defRPr sz="768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15989163" y="21505769"/>
            <a:ext cx="11888414" cy="6291998"/>
          </a:xfrm>
        </p:spPr>
        <p:txBody>
          <a:bodyPr anchor="t">
            <a:normAutofit/>
          </a:bodyPr>
          <a:lstStyle>
            <a:lvl1pPr marL="0" indent="0" algn="ctr">
              <a:buNone/>
              <a:defRPr sz="672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8680111" y="18739709"/>
            <a:ext cx="11883542" cy="2766058"/>
          </a:xfrm>
        </p:spPr>
        <p:txBody>
          <a:bodyPr anchor="b">
            <a:noAutofit/>
          </a:bodyPr>
          <a:lstStyle>
            <a:lvl1pPr marL="0" indent="0" algn="ctr">
              <a:buNone/>
              <a:defRPr sz="9600" b="0">
                <a:solidFill>
                  <a:schemeClr val="tx1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072515" y="9285274"/>
            <a:ext cx="11132525" cy="771501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7680"/>
            </a:lvl2pPr>
            <a:lvl3pPr marL="4389120" indent="0">
              <a:buNone/>
              <a:defRPr sz="7680"/>
            </a:lvl3pPr>
            <a:lvl4pPr marL="6583680" indent="0">
              <a:buNone/>
              <a:defRPr sz="7680"/>
            </a:lvl4pPr>
            <a:lvl5pPr marL="8778240" indent="0">
              <a:buNone/>
              <a:defRPr sz="7680"/>
            </a:lvl5pPr>
            <a:lvl6pPr marL="10972800" indent="0">
              <a:buNone/>
              <a:defRPr sz="7680"/>
            </a:lvl6pPr>
            <a:lvl7pPr marL="13167360" indent="0">
              <a:buNone/>
              <a:defRPr sz="7680"/>
            </a:lvl7pPr>
            <a:lvl8pPr marL="15361920" indent="0">
              <a:buNone/>
              <a:defRPr sz="7680"/>
            </a:lvl8pPr>
            <a:lvl9pPr marL="17556480" indent="0">
              <a:buNone/>
              <a:defRPr sz="768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28679659" y="21505759"/>
            <a:ext cx="11883542" cy="6292008"/>
          </a:xfrm>
        </p:spPr>
        <p:txBody>
          <a:bodyPr anchor="t">
            <a:normAutofit/>
          </a:bodyPr>
          <a:lstStyle>
            <a:lvl1pPr marL="0" indent="0" algn="ctr">
              <a:buNone/>
              <a:defRPr sz="672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30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87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339052" y="2926082"/>
            <a:ext cx="8224152" cy="248716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89666" y="2926082"/>
            <a:ext cx="28500739" cy="248716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772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89661" y="2926080"/>
            <a:ext cx="37273546" cy="465816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9661" y="8315762"/>
            <a:ext cx="37273546" cy="1948200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643450" y="2823972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63D97CC-475F-BE49-B579-6BFEF977A37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9668" y="28239727"/>
            <a:ext cx="24022315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850446" y="28239727"/>
            <a:ext cx="2712763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EC96AFA-303D-8042-85F3-1EA037B2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495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ctr" defTabSz="2194560" rtl="0" eaLnBrk="1" latinLnBrk="0" hangingPunct="1">
        <a:spcBef>
          <a:spcPct val="0"/>
        </a:spcBef>
        <a:buNone/>
        <a:defRPr sz="19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645920" indent="-1468800" algn="l" defTabSz="2194560" rtl="0" eaLnBrk="1" latinLnBrk="0" hangingPunct="1">
        <a:spcBef>
          <a:spcPct val="20000"/>
        </a:spcBef>
        <a:spcAft>
          <a:spcPts val="2880"/>
        </a:spcAft>
        <a:buClr>
          <a:schemeClr val="tx2"/>
        </a:buClr>
        <a:buSzPct val="70000"/>
        <a:buFont typeface="Wingdings 2" charset="2"/>
        <a:buChar char=""/>
        <a:defRPr sz="9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3456000" indent="-1296000" algn="l" defTabSz="2194560" rtl="0" eaLnBrk="1" latinLnBrk="0" hangingPunct="1">
        <a:spcBef>
          <a:spcPct val="20000"/>
        </a:spcBef>
        <a:spcAft>
          <a:spcPts val="2880"/>
        </a:spcAft>
        <a:buClr>
          <a:schemeClr val="tx2"/>
        </a:buClr>
        <a:buSzPct val="70000"/>
        <a:buFont typeface="Wingdings 2" charset="2"/>
        <a:buChar char=""/>
        <a:defRPr sz="864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4924800" indent="-1036800" algn="l" defTabSz="2194560" rtl="0" eaLnBrk="1" latinLnBrk="0" hangingPunct="1">
        <a:spcBef>
          <a:spcPct val="20000"/>
        </a:spcBef>
        <a:spcAft>
          <a:spcPts val="2880"/>
        </a:spcAft>
        <a:buClr>
          <a:schemeClr val="tx2"/>
        </a:buClr>
        <a:buSzPct val="70000"/>
        <a:buFont typeface="Wingdings 2" charset="2"/>
        <a:buChar char=""/>
        <a:defRPr sz="7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6652800" indent="-1036800" algn="l" defTabSz="2194560" rtl="0" eaLnBrk="1" latinLnBrk="0" hangingPunct="1">
        <a:spcBef>
          <a:spcPct val="20000"/>
        </a:spcBef>
        <a:spcAft>
          <a:spcPts val="2880"/>
        </a:spcAft>
        <a:buClr>
          <a:schemeClr val="tx2"/>
        </a:buClr>
        <a:buSzPct val="70000"/>
        <a:buFont typeface="Wingdings 2" charset="2"/>
        <a:buChar char=""/>
        <a:defRPr sz="672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8035200" indent="-1036800" algn="l" defTabSz="2194560" rtl="0" eaLnBrk="1" latinLnBrk="0" hangingPunct="1">
        <a:spcBef>
          <a:spcPct val="20000"/>
        </a:spcBef>
        <a:spcAft>
          <a:spcPts val="2880"/>
        </a:spcAft>
        <a:buClr>
          <a:schemeClr val="tx2"/>
        </a:buClr>
        <a:buSzPct val="70000"/>
        <a:buFont typeface="Wingdings 2" charset="2"/>
        <a:buChar char=""/>
        <a:defRPr sz="672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9670080" indent="-1097280" algn="l" defTabSz="2194560" rtl="0" eaLnBrk="1" latinLnBrk="0" hangingPunct="1">
        <a:spcBef>
          <a:spcPct val="20000"/>
        </a:spcBef>
        <a:spcAft>
          <a:spcPts val="2880"/>
        </a:spcAft>
        <a:buClr>
          <a:schemeClr val="tx2"/>
        </a:buClr>
        <a:buSzPct val="70000"/>
        <a:buFont typeface="Wingdings 2" charset="2"/>
        <a:buChar char=""/>
        <a:defRPr sz="672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1528640" indent="-1097280" algn="l" defTabSz="2194560" rtl="0" eaLnBrk="1" latinLnBrk="0" hangingPunct="1">
        <a:spcBef>
          <a:spcPct val="20000"/>
        </a:spcBef>
        <a:spcAft>
          <a:spcPts val="2880"/>
        </a:spcAft>
        <a:buClr>
          <a:schemeClr val="tx2"/>
        </a:buClr>
        <a:buSzPct val="70000"/>
        <a:buFont typeface="Wingdings 2" charset="2"/>
        <a:buChar char=""/>
        <a:defRPr sz="672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13387200" indent="-1097280" algn="l" defTabSz="2194560" rtl="0" eaLnBrk="1" latinLnBrk="0" hangingPunct="1">
        <a:spcBef>
          <a:spcPct val="20000"/>
        </a:spcBef>
        <a:spcAft>
          <a:spcPts val="2880"/>
        </a:spcAft>
        <a:buClr>
          <a:schemeClr val="tx2"/>
        </a:buClr>
        <a:buSzPct val="70000"/>
        <a:buFont typeface="Wingdings 2" charset="2"/>
        <a:buChar char=""/>
        <a:defRPr sz="672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14909760" indent="-1097280" algn="l" defTabSz="2194560" rtl="0" eaLnBrk="1" latinLnBrk="0" hangingPunct="1">
        <a:spcBef>
          <a:spcPct val="20000"/>
        </a:spcBef>
        <a:spcAft>
          <a:spcPts val="2880"/>
        </a:spcAft>
        <a:buClr>
          <a:schemeClr val="tx2"/>
        </a:buClr>
        <a:buSzPct val="70000"/>
        <a:buFont typeface="Wingdings 2" charset="2"/>
        <a:buChar char=""/>
        <a:defRPr sz="672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753" y="1991593"/>
            <a:ext cx="4840224" cy="137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708637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af8218e-b302-4465-a993-4a39c97251b2}" enabled="0" method="" siteId="{baf8218e-b302-4465-a993-4a39c97251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1348</Words>
  <Application>Microsoft Office PowerPoint</Application>
  <PresentationFormat>Custom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Calisto MT</vt:lpstr>
      <vt:lpstr>Garamond</vt:lpstr>
      <vt:lpstr>Lucida Grande</vt:lpstr>
      <vt:lpstr>Times New Roman</vt:lpstr>
      <vt:lpstr>Wingdings 2</vt:lpstr>
      <vt:lpstr>Slate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Montalvo</dc:creator>
  <cp:lastModifiedBy>Shobayo, Ifeoluwanimi (Public &amp; Community Health)</cp:lastModifiedBy>
  <cp:revision>4</cp:revision>
  <dcterms:created xsi:type="dcterms:W3CDTF">2013-10-19T16:33:22Z</dcterms:created>
  <dcterms:modified xsi:type="dcterms:W3CDTF">2026-09-22T19:02:45Z</dcterms:modified>
</cp:coreProperties>
</file>