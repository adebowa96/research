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840" r:id="rId1"/>
  </p:sldMasterIdLst>
  <p:notesMasterIdLst>
    <p:notesMasterId r:id="rId3"/>
  </p:notesMasterIdLst>
  <p:sldIdLst>
    <p:sldId id="258" r:id="rId2"/>
  </p:sldIdLst>
  <p:sldSz cx="43891200" cy="32918400"/>
  <p:notesSz cx="9144000" cy="6858000"/>
  <p:defaultTextStyle>
    <a:defPPr>
      <a:defRPr lang="en-US"/>
    </a:defPPr>
    <a:lvl1pPr marL="0" algn="l" defTabSz="2072951" rtl="0" eaLnBrk="1" latinLnBrk="0" hangingPunct="1">
      <a:defRPr sz="8200" kern="1200">
        <a:solidFill>
          <a:schemeClr val="tx1"/>
        </a:solidFill>
        <a:latin typeface="+mn-lt"/>
        <a:ea typeface="+mn-ea"/>
        <a:cs typeface="+mn-cs"/>
      </a:defRPr>
    </a:lvl1pPr>
    <a:lvl2pPr marL="2072951" algn="l" defTabSz="2072951" rtl="0" eaLnBrk="1" latinLnBrk="0" hangingPunct="1">
      <a:defRPr sz="8200" kern="1200">
        <a:solidFill>
          <a:schemeClr val="tx1"/>
        </a:solidFill>
        <a:latin typeface="+mn-lt"/>
        <a:ea typeface="+mn-ea"/>
        <a:cs typeface="+mn-cs"/>
      </a:defRPr>
    </a:lvl2pPr>
    <a:lvl3pPr marL="4145900" algn="l" defTabSz="2072951" rtl="0" eaLnBrk="1" latinLnBrk="0" hangingPunct="1">
      <a:defRPr sz="8200" kern="1200">
        <a:solidFill>
          <a:schemeClr val="tx1"/>
        </a:solidFill>
        <a:latin typeface="+mn-lt"/>
        <a:ea typeface="+mn-ea"/>
        <a:cs typeface="+mn-cs"/>
      </a:defRPr>
    </a:lvl3pPr>
    <a:lvl4pPr marL="6218851" algn="l" defTabSz="2072951" rtl="0" eaLnBrk="1" latinLnBrk="0" hangingPunct="1">
      <a:defRPr sz="8200" kern="1200">
        <a:solidFill>
          <a:schemeClr val="tx1"/>
        </a:solidFill>
        <a:latin typeface="+mn-lt"/>
        <a:ea typeface="+mn-ea"/>
        <a:cs typeface="+mn-cs"/>
      </a:defRPr>
    </a:lvl4pPr>
    <a:lvl5pPr marL="8291798" algn="l" defTabSz="2072951" rtl="0" eaLnBrk="1" latinLnBrk="0" hangingPunct="1">
      <a:defRPr sz="8200" kern="1200">
        <a:solidFill>
          <a:schemeClr val="tx1"/>
        </a:solidFill>
        <a:latin typeface="+mn-lt"/>
        <a:ea typeface="+mn-ea"/>
        <a:cs typeface="+mn-cs"/>
      </a:defRPr>
    </a:lvl5pPr>
    <a:lvl6pPr marL="10364750" algn="l" defTabSz="2072951" rtl="0" eaLnBrk="1" latinLnBrk="0" hangingPunct="1">
      <a:defRPr sz="8200" kern="1200">
        <a:solidFill>
          <a:schemeClr val="tx1"/>
        </a:solidFill>
        <a:latin typeface="+mn-lt"/>
        <a:ea typeface="+mn-ea"/>
        <a:cs typeface="+mn-cs"/>
      </a:defRPr>
    </a:lvl6pPr>
    <a:lvl7pPr marL="12437701" algn="l" defTabSz="2072951" rtl="0" eaLnBrk="1" latinLnBrk="0" hangingPunct="1">
      <a:defRPr sz="8200" kern="1200">
        <a:solidFill>
          <a:schemeClr val="tx1"/>
        </a:solidFill>
        <a:latin typeface="+mn-lt"/>
        <a:ea typeface="+mn-ea"/>
        <a:cs typeface="+mn-cs"/>
      </a:defRPr>
    </a:lvl7pPr>
    <a:lvl8pPr marL="14510648" algn="l" defTabSz="2072951" rtl="0" eaLnBrk="1" latinLnBrk="0" hangingPunct="1">
      <a:defRPr sz="8200" kern="1200">
        <a:solidFill>
          <a:schemeClr val="tx1"/>
        </a:solidFill>
        <a:latin typeface="+mn-lt"/>
        <a:ea typeface="+mn-ea"/>
        <a:cs typeface="+mn-cs"/>
      </a:defRPr>
    </a:lvl8pPr>
    <a:lvl9pPr marL="16583601" algn="l" defTabSz="2072951" rtl="0" eaLnBrk="1" latinLnBrk="0" hangingPunct="1">
      <a:defRPr sz="82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0369">
          <p15:clr>
            <a:srgbClr val="A4A3A4"/>
          </p15:clr>
        </p15:guide>
        <p15:guide id="2" pos="16128">
          <p15:clr>
            <a:srgbClr val="A4A3A4"/>
          </p15:clr>
        </p15:guide>
        <p15:guide id="3" pos="13824">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scaleToFitPaper="1"/>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5CE1E"/>
    <a:srgbClr val="00C28D"/>
    <a:srgbClr val="00B4FF"/>
    <a:srgbClr val="008080"/>
    <a:srgbClr val="1270FC"/>
    <a:srgbClr val="FFA200"/>
    <a:srgbClr val="008000"/>
    <a:srgbClr val="FFFFFF"/>
    <a:srgbClr val="0A254E"/>
    <a:srgbClr val="0AFFFF"/>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310" autoAdjust="0"/>
  </p:normalViewPr>
  <p:slideViewPr>
    <p:cSldViewPr snapToGrid="0" snapToObjects="1">
      <p:cViewPr varScale="1">
        <p:scale>
          <a:sx n="14" d="100"/>
          <a:sy n="14" d="100"/>
        </p:scale>
        <p:origin x="1284" y="112"/>
      </p:cViewPr>
      <p:guideLst>
        <p:guide orient="horz" pos="10369"/>
        <p:guide pos="16128"/>
        <p:guide pos="13824"/>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36263FE2-9438-354A-B60A-5A471281E58B}" type="datetimeFigureOut">
              <a:rPr lang="en-US" smtClean="0"/>
              <a:t>9/3/2026</a:t>
            </a:fld>
            <a:endParaRPr lang="en-US"/>
          </a:p>
        </p:txBody>
      </p:sp>
      <p:sp>
        <p:nvSpPr>
          <p:cNvPr id="4" name="Slide Image Placeholder 3"/>
          <p:cNvSpPr>
            <a:spLocks noGrp="1" noRot="1" noChangeAspect="1"/>
          </p:cNvSpPr>
          <p:nvPr>
            <p:ph type="sldImg" idx="2"/>
          </p:nvPr>
        </p:nvSpPr>
        <p:spPr>
          <a:xfrm>
            <a:off x="2857500" y="514350"/>
            <a:ext cx="3429000" cy="257175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914400" y="3257550"/>
            <a:ext cx="7315200" cy="30861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513513"/>
            <a:ext cx="3962400" cy="3429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5180013" y="6513513"/>
            <a:ext cx="3962400" cy="342900"/>
          </a:xfrm>
          <a:prstGeom prst="rect">
            <a:avLst/>
          </a:prstGeom>
        </p:spPr>
        <p:txBody>
          <a:bodyPr vert="horz" lIns="91440" tIns="45720" rIns="91440" bIns="45720" rtlCol="0" anchor="b"/>
          <a:lstStyle>
            <a:lvl1pPr algn="r">
              <a:defRPr sz="1200"/>
            </a:lvl1pPr>
          </a:lstStyle>
          <a:p>
            <a:fld id="{FECA9BC3-5A08-5C40-8DE6-1B49CE826337}" type="slidenum">
              <a:rPr lang="en-US" smtClean="0"/>
              <a:t>‹#›</a:t>
            </a:fld>
            <a:endParaRPr lang="en-US"/>
          </a:p>
        </p:txBody>
      </p:sp>
    </p:spTree>
    <p:extLst>
      <p:ext uri="{BB962C8B-B14F-4D97-AF65-F5344CB8AC3E}">
        <p14:creationId xmlns:p14="http://schemas.microsoft.com/office/powerpoint/2010/main" val="3278815488"/>
      </p:ext>
    </p:extLst>
  </p:cSld>
  <p:clrMap bg1="lt1" tx1="dk1" bg2="lt2" tx2="dk2" accent1="accent1" accent2="accent2" accent3="accent3" accent4="accent4" accent5="accent5" accent6="accent6" hlink="hlink" folHlink="folHlink"/>
  <p:notesStyle>
    <a:lvl1pPr marL="0" algn="l" defTabSz="477467" rtl="0" eaLnBrk="1" latinLnBrk="0" hangingPunct="1">
      <a:defRPr sz="1300" kern="1200">
        <a:solidFill>
          <a:schemeClr val="tx1"/>
        </a:solidFill>
        <a:latin typeface="+mn-lt"/>
        <a:ea typeface="+mn-ea"/>
        <a:cs typeface="+mn-cs"/>
      </a:defRPr>
    </a:lvl1pPr>
    <a:lvl2pPr marL="477467" algn="l" defTabSz="477467" rtl="0" eaLnBrk="1" latinLnBrk="0" hangingPunct="1">
      <a:defRPr sz="1300" kern="1200">
        <a:solidFill>
          <a:schemeClr val="tx1"/>
        </a:solidFill>
        <a:latin typeface="+mn-lt"/>
        <a:ea typeface="+mn-ea"/>
        <a:cs typeface="+mn-cs"/>
      </a:defRPr>
    </a:lvl2pPr>
    <a:lvl3pPr marL="954936" algn="l" defTabSz="477467" rtl="0" eaLnBrk="1" latinLnBrk="0" hangingPunct="1">
      <a:defRPr sz="1300" kern="1200">
        <a:solidFill>
          <a:schemeClr val="tx1"/>
        </a:solidFill>
        <a:latin typeface="+mn-lt"/>
        <a:ea typeface="+mn-ea"/>
        <a:cs typeface="+mn-cs"/>
      </a:defRPr>
    </a:lvl3pPr>
    <a:lvl4pPr marL="1432403" algn="l" defTabSz="477467" rtl="0" eaLnBrk="1" latinLnBrk="0" hangingPunct="1">
      <a:defRPr sz="1300" kern="1200">
        <a:solidFill>
          <a:schemeClr val="tx1"/>
        </a:solidFill>
        <a:latin typeface="+mn-lt"/>
        <a:ea typeface="+mn-ea"/>
        <a:cs typeface="+mn-cs"/>
      </a:defRPr>
    </a:lvl4pPr>
    <a:lvl5pPr marL="1909870" algn="l" defTabSz="477467" rtl="0" eaLnBrk="1" latinLnBrk="0" hangingPunct="1">
      <a:defRPr sz="1300" kern="1200">
        <a:solidFill>
          <a:schemeClr val="tx1"/>
        </a:solidFill>
        <a:latin typeface="+mn-lt"/>
        <a:ea typeface="+mn-ea"/>
        <a:cs typeface="+mn-cs"/>
      </a:defRPr>
    </a:lvl5pPr>
    <a:lvl6pPr marL="2387337" algn="l" defTabSz="477467" rtl="0" eaLnBrk="1" latinLnBrk="0" hangingPunct="1">
      <a:defRPr sz="1300" kern="1200">
        <a:solidFill>
          <a:schemeClr val="tx1"/>
        </a:solidFill>
        <a:latin typeface="+mn-lt"/>
        <a:ea typeface="+mn-ea"/>
        <a:cs typeface="+mn-cs"/>
      </a:defRPr>
    </a:lvl6pPr>
    <a:lvl7pPr marL="2864805" algn="l" defTabSz="477467" rtl="0" eaLnBrk="1" latinLnBrk="0" hangingPunct="1">
      <a:defRPr sz="1300" kern="1200">
        <a:solidFill>
          <a:schemeClr val="tx1"/>
        </a:solidFill>
        <a:latin typeface="+mn-lt"/>
        <a:ea typeface="+mn-ea"/>
        <a:cs typeface="+mn-cs"/>
      </a:defRPr>
    </a:lvl7pPr>
    <a:lvl8pPr marL="3342272" algn="l" defTabSz="477467" rtl="0" eaLnBrk="1" latinLnBrk="0" hangingPunct="1">
      <a:defRPr sz="1300" kern="1200">
        <a:solidFill>
          <a:schemeClr val="tx1"/>
        </a:solidFill>
        <a:latin typeface="+mn-lt"/>
        <a:ea typeface="+mn-ea"/>
        <a:cs typeface="+mn-cs"/>
      </a:defRPr>
    </a:lvl8pPr>
    <a:lvl9pPr marL="3819741" algn="l" defTabSz="477467" rtl="0" eaLnBrk="1" latinLnBrk="0" hangingPunct="1">
      <a:defRPr sz="13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5EFD75-C664-C06B-8435-139272CD8BA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5CFBF99-3EB2-AAD2-6F03-91E84EC7D2C9}"/>
              </a:ext>
            </a:extLst>
          </p:cNvPr>
          <p:cNvSpPr>
            <a:spLocks noGrp="1" noRot="1" noChangeAspect="1"/>
          </p:cNvSpPr>
          <p:nvPr>
            <p:ph type="sldImg"/>
          </p:nvPr>
        </p:nvSpPr>
        <p:spPr>
          <a:xfrm>
            <a:off x="2857500" y="514350"/>
            <a:ext cx="3429000" cy="2571750"/>
          </a:xfrm>
        </p:spPr>
      </p:sp>
      <p:sp>
        <p:nvSpPr>
          <p:cNvPr id="3" name="Notes Placeholder 2">
            <a:extLst>
              <a:ext uri="{FF2B5EF4-FFF2-40B4-BE49-F238E27FC236}">
                <a16:creationId xmlns:a16="http://schemas.microsoft.com/office/drawing/2014/main" id="{DA8B7ED1-8F00-CF7C-FF86-F0BA76EF215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FC7187B-62FD-CA95-DAC6-813F753CB3B0}"/>
              </a:ext>
            </a:extLst>
          </p:cNvPr>
          <p:cNvSpPr>
            <a:spLocks noGrp="1"/>
          </p:cNvSpPr>
          <p:nvPr>
            <p:ph type="sldNum" sz="quarter" idx="10"/>
          </p:nvPr>
        </p:nvSpPr>
        <p:spPr/>
        <p:txBody>
          <a:bodyPr/>
          <a:lstStyle/>
          <a:p>
            <a:fld id="{FECA9BC3-5A08-5C40-8DE6-1B49CE826337}" type="slidenum">
              <a:rPr lang="en-US" smtClean="0"/>
              <a:t>1</a:t>
            </a:fld>
            <a:endParaRPr lang="en-US"/>
          </a:p>
        </p:txBody>
      </p:sp>
    </p:spTree>
    <p:extLst>
      <p:ext uri="{BB962C8B-B14F-4D97-AF65-F5344CB8AC3E}">
        <p14:creationId xmlns:p14="http://schemas.microsoft.com/office/powerpoint/2010/main" val="4250958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934496" y="8493799"/>
            <a:ext cx="33984125" cy="8778245"/>
          </a:xfrm>
        </p:spPr>
        <p:txBody>
          <a:bodyPr anchor="b">
            <a:normAutofit/>
          </a:bodyPr>
          <a:lstStyle>
            <a:lvl1pPr algn="ctr">
              <a:defRPr sz="25920"/>
            </a:lvl1pPr>
          </a:lstStyle>
          <a:p>
            <a:r>
              <a:rPr lang="en-US"/>
              <a:t>Click to edit Master title style</a:t>
            </a:r>
            <a:endParaRPr lang="en-US" dirty="0"/>
          </a:p>
        </p:txBody>
      </p:sp>
      <p:sp>
        <p:nvSpPr>
          <p:cNvPr id="3" name="Subtitle 2"/>
          <p:cNvSpPr>
            <a:spLocks noGrp="1"/>
          </p:cNvSpPr>
          <p:nvPr>
            <p:ph type="subTitle" idx="1"/>
          </p:nvPr>
        </p:nvSpPr>
        <p:spPr>
          <a:xfrm>
            <a:off x="4934496" y="17272029"/>
            <a:ext cx="33984125" cy="5039362"/>
          </a:xfrm>
        </p:spPr>
        <p:txBody>
          <a:bodyPr anchor="t"/>
          <a:lstStyle>
            <a:lvl1pPr marL="0" indent="0" algn="ctr">
              <a:buNone/>
              <a:defRPr>
                <a:solidFill>
                  <a:schemeClr val="tx1"/>
                </a:solidFill>
              </a:defRPr>
            </a:lvl1pPr>
            <a:lvl2pPr marL="2194560" indent="0" algn="ctr">
              <a:buNone/>
              <a:defRPr>
                <a:solidFill>
                  <a:schemeClr val="tx1">
                    <a:tint val="75000"/>
                  </a:schemeClr>
                </a:solidFill>
              </a:defRPr>
            </a:lvl2pPr>
            <a:lvl3pPr marL="4389120" indent="0" algn="ctr">
              <a:buNone/>
              <a:defRPr>
                <a:solidFill>
                  <a:schemeClr val="tx1">
                    <a:tint val="75000"/>
                  </a:schemeClr>
                </a:solidFill>
              </a:defRPr>
            </a:lvl3pPr>
            <a:lvl4pPr marL="6583680" indent="0" algn="ctr">
              <a:buNone/>
              <a:defRPr>
                <a:solidFill>
                  <a:schemeClr val="tx1">
                    <a:tint val="75000"/>
                  </a:schemeClr>
                </a:solidFill>
              </a:defRPr>
            </a:lvl4pPr>
            <a:lvl5pPr marL="8778240" indent="0" algn="ctr">
              <a:buNone/>
              <a:defRPr>
                <a:solidFill>
                  <a:schemeClr val="tx1">
                    <a:tint val="75000"/>
                  </a:schemeClr>
                </a:solidFill>
              </a:defRPr>
            </a:lvl5pPr>
            <a:lvl6pPr marL="10972800" indent="0" algn="ctr">
              <a:buNone/>
              <a:defRPr>
                <a:solidFill>
                  <a:schemeClr val="tx1">
                    <a:tint val="75000"/>
                  </a:schemeClr>
                </a:solidFill>
              </a:defRPr>
            </a:lvl6pPr>
            <a:lvl7pPr marL="13167360" indent="0" algn="ctr">
              <a:buNone/>
              <a:defRPr>
                <a:solidFill>
                  <a:schemeClr val="tx1">
                    <a:tint val="75000"/>
                  </a:schemeClr>
                </a:solidFill>
              </a:defRPr>
            </a:lvl7pPr>
            <a:lvl8pPr marL="15361920" indent="0" algn="ctr">
              <a:buNone/>
              <a:defRPr>
                <a:solidFill>
                  <a:schemeClr val="tx1">
                    <a:tint val="75000"/>
                  </a:schemeClr>
                </a:solidFill>
              </a:defRPr>
            </a:lvl8pPr>
            <a:lvl9pPr marL="1755648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63D97CC-475F-BE49-B579-6BFEF977A37E}" type="datetimeFigureOut">
              <a:rPr lang="en-US" smtClean="0"/>
              <a:t>9/3/2026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EC96AFA-303D-8042-85F3-1EA037B235F2}" type="slidenum">
              <a:rPr lang="en-US" smtClean="0"/>
              <a:t>‹#›</a:t>
            </a:fld>
            <a:endParaRPr lang="en-US"/>
          </a:p>
        </p:txBody>
      </p:sp>
    </p:spTree>
    <p:extLst>
      <p:ext uri="{BB962C8B-B14F-4D97-AF65-F5344CB8AC3E}">
        <p14:creationId xmlns:p14="http://schemas.microsoft.com/office/powerpoint/2010/main" val="1623356673"/>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63D97CC-475F-BE49-B579-6BFEF977A37E}" type="datetimeFigureOut">
              <a:rPr lang="en-US" smtClean="0"/>
              <a:t>9/3/2026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EC96AFA-303D-8042-85F3-1EA037B235F2}" type="slidenum">
              <a:rPr lang="en-US" smtClean="0"/>
              <a:t>‹#›</a:t>
            </a:fld>
            <a:endParaRPr lang="en-US"/>
          </a:p>
        </p:txBody>
      </p:sp>
    </p:spTree>
    <p:extLst>
      <p:ext uri="{BB962C8B-B14F-4D97-AF65-F5344CB8AC3E}">
        <p14:creationId xmlns:p14="http://schemas.microsoft.com/office/powerpoint/2010/main" val="16675388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663447" y="8453129"/>
            <a:ext cx="34525982" cy="8778302"/>
          </a:xfrm>
        </p:spPr>
        <p:txBody>
          <a:bodyPr anchor="b"/>
          <a:lstStyle>
            <a:lvl1pPr algn="ctr">
              <a:defRPr sz="19200" b="0" cap="none"/>
            </a:lvl1pPr>
          </a:lstStyle>
          <a:p>
            <a:r>
              <a:rPr lang="en-US"/>
              <a:t>Click to edit Master title style</a:t>
            </a:r>
            <a:endParaRPr lang="en-US" dirty="0"/>
          </a:p>
        </p:txBody>
      </p:sp>
      <p:sp>
        <p:nvSpPr>
          <p:cNvPr id="3" name="Text Placeholder 2"/>
          <p:cNvSpPr>
            <a:spLocks noGrp="1"/>
          </p:cNvSpPr>
          <p:nvPr>
            <p:ph type="body" idx="1"/>
          </p:nvPr>
        </p:nvSpPr>
        <p:spPr>
          <a:xfrm>
            <a:off x="4663447" y="17231419"/>
            <a:ext cx="34525982" cy="7233859"/>
          </a:xfrm>
        </p:spPr>
        <p:txBody>
          <a:bodyPr anchor="t"/>
          <a:lstStyle>
            <a:lvl1pPr marL="0" indent="0" algn="ctr">
              <a:buNone/>
              <a:defRPr sz="9600">
                <a:solidFill>
                  <a:schemeClr val="tx1"/>
                </a:solidFill>
              </a:defRPr>
            </a:lvl1pPr>
            <a:lvl2pPr marL="2194560" indent="0">
              <a:buNone/>
              <a:defRPr sz="8640">
                <a:solidFill>
                  <a:schemeClr val="tx1">
                    <a:tint val="75000"/>
                  </a:schemeClr>
                </a:solidFill>
              </a:defRPr>
            </a:lvl2pPr>
            <a:lvl3pPr marL="4389120" indent="0">
              <a:buNone/>
              <a:defRPr sz="7680">
                <a:solidFill>
                  <a:schemeClr val="tx1">
                    <a:tint val="75000"/>
                  </a:schemeClr>
                </a:solidFill>
              </a:defRPr>
            </a:lvl3pPr>
            <a:lvl4pPr marL="6583680" indent="0">
              <a:buNone/>
              <a:defRPr sz="6720">
                <a:solidFill>
                  <a:schemeClr val="tx1">
                    <a:tint val="75000"/>
                  </a:schemeClr>
                </a:solidFill>
              </a:defRPr>
            </a:lvl4pPr>
            <a:lvl5pPr marL="8778240" indent="0">
              <a:buNone/>
              <a:defRPr sz="6720">
                <a:solidFill>
                  <a:schemeClr val="tx1">
                    <a:tint val="75000"/>
                  </a:schemeClr>
                </a:solidFill>
              </a:defRPr>
            </a:lvl5pPr>
            <a:lvl6pPr marL="10972800" indent="0">
              <a:buNone/>
              <a:defRPr sz="6720">
                <a:solidFill>
                  <a:schemeClr val="tx1">
                    <a:tint val="75000"/>
                  </a:schemeClr>
                </a:solidFill>
              </a:defRPr>
            </a:lvl6pPr>
            <a:lvl7pPr marL="13167360" indent="0">
              <a:buNone/>
              <a:defRPr sz="6720">
                <a:solidFill>
                  <a:schemeClr val="tx1">
                    <a:tint val="75000"/>
                  </a:schemeClr>
                </a:solidFill>
              </a:defRPr>
            </a:lvl7pPr>
            <a:lvl8pPr marL="15361920" indent="0">
              <a:buNone/>
              <a:defRPr sz="6720">
                <a:solidFill>
                  <a:schemeClr val="tx1">
                    <a:tint val="75000"/>
                  </a:schemeClr>
                </a:solidFill>
              </a:defRPr>
            </a:lvl8pPr>
            <a:lvl9pPr marL="17556480" indent="0">
              <a:buNone/>
              <a:defRPr sz="672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63D97CC-475F-BE49-B579-6BFEF977A37E}" type="datetimeFigureOut">
              <a:rPr lang="en-US" smtClean="0"/>
              <a:t>9/3/2026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EC96AFA-303D-8042-85F3-1EA037B235F2}" type="slidenum">
              <a:rPr lang="en-US" smtClean="0"/>
              <a:t>‹#›</a:t>
            </a:fld>
            <a:endParaRPr lang="en-US"/>
          </a:p>
        </p:txBody>
      </p:sp>
    </p:spTree>
    <p:extLst>
      <p:ext uri="{BB962C8B-B14F-4D97-AF65-F5344CB8AC3E}">
        <p14:creationId xmlns:p14="http://schemas.microsoft.com/office/powerpoint/2010/main" val="1468921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3289668" y="8315755"/>
            <a:ext cx="18217790" cy="19482000"/>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22330414" y="8315762"/>
            <a:ext cx="18232795" cy="194820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63D97CC-475F-BE49-B579-6BFEF977A37E}" type="datetimeFigureOut">
              <a:rPr lang="en-US" smtClean="0"/>
              <a:t>9/3/2026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EC96AFA-303D-8042-85F3-1EA037B235F2}" type="slidenum">
              <a:rPr lang="en-US" smtClean="0"/>
              <a:t>‹#›</a:t>
            </a:fld>
            <a:endParaRPr lang="en-US"/>
          </a:p>
        </p:txBody>
      </p:sp>
    </p:spTree>
    <p:extLst>
      <p:ext uri="{BB962C8B-B14F-4D97-AF65-F5344CB8AC3E}">
        <p14:creationId xmlns:p14="http://schemas.microsoft.com/office/powerpoint/2010/main" val="34100310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0" name="Picture 9" descr="Slate-V2-SD-comp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89659" y="8497553"/>
            <a:ext cx="18179630" cy="19742174"/>
          </a:xfrm>
          <a:prstGeom prst="rect">
            <a:avLst/>
          </a:prstGeom>
        </p:spPr>
      </p:pic>
      <p:pic>
        <p:nvPicPr>
          <p:cNvPr id="14" name="Picture 13" descr="Slate-V2-SD-comp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383579" y="8497553"/>
            <a:ext cx="18179630" cy="19742174"/>
          </a:xfrm>
          <a:prstGeom prst="rect">
            <a:avLst/>
          </a:prstGeom>
        </p:spPr>
      </p:pic>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3621139" y="8809219"/>
            <a:ext cx="17554838" cy="2615443"/>
          </a:xfrm>
        </p:spPr>
        <p:txBody>
          <a:bodyPr anchor="b">
            <a:noAutofit/>
          </a:bodyPr>
          <a:lstStyle>
            <a:lvl1pPr marL="0" indent="0" algn="ctr">
              <a:buNone/>
              <a:defRPr sz="11520" b="0"/>
            </a:lvl1pPr>
            <a:lvl2pPr marL="2194560" indent="0">
              <a:buNone/>
              <a:defRPr sz="9600" b="1"/>
            </a:lvl2pPr>
            <a:lvl3pPr marL="4389120" indent="0">
              <a:buNone/>
              <a:defRPr sz="8640" b="1"/>
            </a:lvl3pPr>
            <a:lvl4pPr marL="6583680" indent="0">
              <a:buNone/>
              <a:defRPr sz="7680" b="1"/>
            </a:lvl4pPr>
            <a:lvl5pPr marL="8778240" indent="0">
              <a:buNone/>
              <a:defRPr sz="7680" b="1"/>
            </a:lvl5pPr>
            <a:lvl6pPr marL="10972800" indent="0">
              <a:buNone/>
              <a:defRPr sz="7680" b="1"/>
            </a:lvl6pPr>
            <a:lvl7pPr marL="13167360" indent="0">
              <a:buNone/>
              <a:defRPr sz="7680" b="1"/>
            </a:lvl7pPr>
            <a:lvl8pPr marL="15361920" indent="0">
              <a:buNone/>
              <a:defRPr sz="7680" b="1"/>
            </a:lvl8pPr>
            <a:lvl9pPr marL="17556480" indent="0">
              <a:buNone/>
              <a:defRPr sz="7680" b="1"/>
            </a:lvl9pPr>
          </a:lstStyle>
          <a:p>
            <a:pPr lvl="0"/>
            <a:r>
              <a:rPr lang="en-US"/>
              <a:t>Click to edit Master text styles</a:t>
            </a:r>
          </a:p>
        </p:txBody>
      </p:sp>
      <p:sp>
        <p:nvSpPr>
          <p:cNvPr id="4" name="Content Placeholder 3"/>
          <p:cNvSpPr>
            <a:spLocks noGrp="1"/>
          </p:cNvSpPr>
          <p:nvPr>
            <p:ph sz="half" idx="2"/>
          </p:nvPr>
        </p:nvSpPr>
        <p:spPr>
          <a:xfrm>
            <a:off x="3621139" y="11424665"/>
            <a:ext cx="17554838" cy="16373102"/>
          </a:xfrm>
        </p:spPr>
        <p:txBody>
          <a:bodyPr anchor="t">
            <a:normAutofit/>
          </a:bodyPr>
          <a:lstStyle>
            <a:lvl1pPr>
              <a:defRPr sz="8640"/>
            </a:lvl1pPr>
            <a:lvl2pPr>
              <a:defRPr sz="7680"/>
            </a:lvl2pPr>
            <a:lvl3pPr>
              <a:defRPr sz="6720"/>
            </a:lvl3pPr>
            <a:lvl4pPr>
              <a:defRPr sz="5760"/>
            </a:lvl4pPr>
            <a:lvl5pPr>
              <a:defRPr sz="576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22661880" y="8809227"/>
            <a:ext cx="17623190" cy="2615438"/>
          </a:xfrm>
        </p:spPr>
        <p:txBody>
          <a:bodyPr anchor="b">
            <a:noAutofit/>
          </a:bodyPr>
          <a:lstStyle>
            <a:lvl1pPr marL="0" indent="0" algn="ctr">
              <a:buNone/>
              <a:defRPr sz="11520" b="0"/>
            </a:lvl1pPr>
            <a:lvl2pPr marL="2194560" indent="0">
              <a:buNone/>
              <a:defRPr sz="9600" b="1"/>
            </a:lvl2pPr>
            <a:lvl3pPr marL="4389120" indent="0">
              <a:buNone/>
              <a:defRPr sz="8640" b="1"/>
            </a:lvl3pPr>
            <a:lvl4pPr marL="6583680" indent="0">
              <a:buNone/>
              <a:defRPr sz="7680" b="1"/>
            </a:lvl4pPr>
            <a:lvl5pPr marL="8778240" indent="0">
              <a:buNone/>
              <a:defRPr sz="7680" b="1"/>
            </a:lvl5pPr>
            <a:lvl6pPr marL="10972800" indent="0">
              <a:buNone/>
              <a:defRPr sz="7680" b="1"/>
            </a:lvl6pPr>
            <a:lvl7pPr marL="13167360" indent="0">
              <a:buNone/>
              <a:defRPr sz="7680" b="1"/>
            </a:lvl7pPr>
            <a:lvl8pPr marL="15361920" indent="0">
              <a:buNone/>
              <a:defRPr sz="7680" b="1"/>
            </a:lvl8pPr>
            <a:lvl9pPr marL="17556480" indent="0">
              <a:buNone/>
              <a:defRPr sz="7680" b="1"/>
            </a:lvl9pPr>
          </a:lstStyle>
          <a:p>
            <a:pPr lvl="0"/>
            <a:r>
              <a:rPr lang="en-US"/>
              <a:t>Click to edit Master text styles</a:t>
            </a:r>
          </a:p>
        </p:txBody>
      </p:sp>
      <p:sp>
        <p:nvSpPr>
          <p:cNvPr id="6" name="Content Placeholder 5"/>
          <p:cNvSpPr>
            <a:spLocks noGrp="1"/>
          </p:cNvSpPr>
          <p:nvPr>
            <p:ph sz="quarter" idx="4"/>
          </p:nvPr>
        </p:nvSpPr>
        <p:spPr>
          <a:xfrm>
            <a:off x="22661880" y="11424665"/>
            <a:ext cx="17623190" cy="16373102"/>
          </a:xfrm>
        </p:spPr>
        <p:txBody>
          <a:bodyPr anchor="t">
            <a:normAutofit/>
          </a:bodyPr>
          <a:lstStyle>
            <a:lvl1pPr>
              <a:defRPr sz="8640"/>
            </a:lvl1pPr>
            <a:lvl2pPr>
              <a:defRPr sz="7680"/>
            </a:lvl2pPr>
            <a:lvl3pPr>
              <a:defRPr sz="6720"/>
            </a:lvl3pPr>
            <a:lvl4pPr>
              <a:defRPr sz="5760"/>
            </a:lvl4pPr>
            <a:lvl5pPr>
              <a:defRPr sz="576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63D97CC-475F-BE49-B579-6BFEF977A37E}" type="datetimeFigureOut">
              <a:rPr lang="en-US" smtClean="0"/>
              <a:t>9/3/2026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EC96AFA-303D-8042-85F3-1EA037B235F2}" type="slidenum">
              <a:rPr lang="en-US" smtClean="0"/>
              <a:t>‹#›</a:t>
            </a:fld>
            <a:endParaRPr lang="en-US"/>
          </a:p>
        </p:txBody>
      </p:sp>
    </p:spTree>
    <p:extLst>
      <p:ext uri="{BB962C8B-B14F-4D97-AF65-F5344CB8AC3E}">
        <p14:creationId xmlns:p14="http://schemas.microsoft.com/office/powerpoint/2010/main" val="3532817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63D97CC-475F-BE49-B579-6BFEF977A37E}" type="datetimeFigureOut">
              <a:rPr lang="en-US" smtClean="0"/>
              <a:t>9/3/2026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EC96AFA-303D-8042-85F3-1EA037B235F2}" type="slidenum">
              <a:rPr lang="en-US" smtClean="0"/>
              <a:t>‹#›</a:t>
            </a:fld>
            <a:endParaRPr lang="en-US"/>
          </a:p>
        </p:txBody>
      </p:sp>
    </p:spTree>
    <p:extLst>
      <p:ext uri="{BB962C8B-B14F-4D97-AF65-F5344CB8AC3E}">
        <p14:creationId xmlns:p14="http://schemas.microsoft.com/office/powerpoint/2010/main" val="23468241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63D97CC-475F-BE49-B579-6BFEF977A37E}" type="datetimeFigureOut">
              <a:rPr lang="en-US" smtClean="0"/>
              <a:t>9/3/2026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EC96AFA-303D-8042-85F3-1EA037B235F2}" type="slidenum">
              <a:rPr lang="en-US" smtClean="0"/>
              <a:t>‹#›</a:t>
            </a:fld>
            <a:endParaRPr lang="en-US"/>
          </a:p>
        </p:txBody>
      </p:sp>
    </p:spTree>
    <p:extLst>
      <p:ext uri="{BB962C8B-B14F-4D97-AF65-F5344CB8AC3E}">
        <p14:creationId xmlns:p14="http://schemas.microsoft.com/office/powerpoint/2010/main" val="2570770684"/>
      </p:ext>
    </p:extLst>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289668" y="2926080"/>
            <a:ext cx="13344802" cy="8745206"/>
          </a:xfrm>
        </p:spPr>
        <p:txBody>
          <a:bodyPr anchor="b">
            <a:normAutofit/>
          </a:bodyPr>
          <a:lstStyle>
            <a:lvl1pPr algn="ctr">
              <a:defRPr sz="11520" b="0"/>
            </a:lvl1pPr>
          </a:lstStyle>
          <a:p>
            <a:r>
              <a:rPr lang="en-US"/>
              <a:t>Click to edit Master title style</a:t>
            </a:r>
            <a:endParaRPr lang="en-US" dirty="0"/>
          </a:p>
        </p:txBody>
      </p:sp>
      <p:sp>
        <p:nvSpPr>
          <p:cNvPr id="3" name="Content Placeholder 2"/>
          <p:cNvSpPr>
            <a:spLocks noGrp="1"/>
          </p:cNvSpPr>
          <p:nvPr>
            <p:ph idx="1"/>
          </p:nvPr>
        </p:nvSpPr>
        <p:spPr>
          <a:xfrm>
            <a:off x="17480283" y="2926080"/>
            <a:ext cx="23082926" cy="2487168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3289668" y="11671289"/>
            <a:ext cx="13344802" cy="16126469"/>
          </a:xfrm>
        </p:spPr>
        <p:txBody>
          <a:bodyPr anchor="t">
            <a:normAutofit/>
          </a:bodyPr>
          <a:lstStyle>
            <a:lvl1pPr marL="0" indent="0" algn="ctr">
              <a:buNone/>
              <a:defRPr sz="7680"/>
            </a:lvl1pPr>
            <a:lvl2pPr marL="2194560" indent="0">
              <a:buNone/>
              <a:defRPr sz="5760"/>
            </a:lvl2pPr>
            <a:lvl3pPr marL="4389120" indent="0">
              <a:buNone/>
              <a:defRPr sz="4800"/>
            </a:lvl3pPr>
            <a:lvl4pPr marL="6583680" indent="0">
              <a:buNone/>
              <a:defRPr sz="4320"/>
            </a:lvl4pPr>
            <a:lvl5pPr marL="8778240" indent="0">
              <a:buNone/>
              <a:defRPr sz="4320"/>
            </a:lvl5pPr>
            <a:lvl6pPr marL="10972800" indent="0">
              <a:buNone/>
              <a:defRPr sz="4320"/>
            </a:lvl6pPr>
            <a:lvl7pPr marL="13167360" indent="0">
              <a:buNone/>
              <a:defRPr sz="4320"/>
            </a:lvl7pPr>
            <a:lvl8pPr marL="15361920" indent="0">
              <a:buNone/>
              <a:defRPr sz="4320"/>
            </a:lvl8pPr>
            <a:lvl9pPr marL="17556480" indent="0">
              <a:buNone/>
              <a:defRPr sz="4320"/>
            </a:lvl9pPr>
          </a:lstStyle>
          <a:p>
            <a:pPr lvl="0"/>
            <a:r>
              <a:rPr lang="en-US"/>
              <a:t>Click to edit Master text styles</a:t>
            </a:r>
          </a:p>
        </p:txBody>
      </p:sp>
      <p:sp>
        <p:nvSpPr>
          <p:cNvPr id="5" name="Date Placeholder 4"/>
          <p:cNvSpPr>
            <a:spLocks noGrp="1"/>
          </p:cNvSpPr>
          <p:nvPr>
            <p:ph type="dt" sz="half" idx="10"/>
          </p:nvPr>
        </p:nvSpPr>
        <p:spPr/>
        <p:txBody>
          <a:bodyPr/>
          <a:lstStyle/>
          <a:p>
            <a:fld id="{163D97CC-475F-BE49-B579-6BFEF977A37E}" type="datetimeFigureOut">
              <a:rPr lang="en-US" smtClean="0"/>
              <a:t>9/3/2026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EC96AFA-303D-8042-85F3-1EA037B235F2}" type="slidenum">
              <a:rPr lang="en-US" smtClean="0"/>
              <a:t>‹#›</a:t>
            </a:fld>
            <a:endParaRPr lang="en-US"/>
          </a:p>
        </p:txBody>
      </p:sp>
    </p:spTree>
    <p:extLst>
      <p:ext uri="{BB962C8B-B14F-4D97-AF65-F5344CB8AC3E}">
        <p14:creationId xmlns:p14="http://schemas.microsoft.com/office/powerpoint/2010/main" val="661533336"/>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12" name="Picture 11" descr="Slate-V2-SD-vert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255938" y="2927630"/>
            <a:ext cx="16455101" cy="24986266"/>
          </a:xfrm>
          <a:prstGeom prst="rect">
            <a:avLst/>
          </a:prstGeom>
        </p:spPr>
      </p:pic>
      <p:sp>
        <p:nvSpPr>
          <p:cNvPr id="2" name="Title 1"/>
          <p:cNvSpPr>
            <a:spLocks noGrp="1"/>
          </p:cNvSpPr>
          <p:nvPr>
            <p:ph type="title"/>
          </p:nvPr>
        </p:nvSpPr>
        <p:spPr>
          <a:xfrm>
            <a:off x="3289666" y="2927631"/>
            <a:ext cx="18838445" cy="8780822"/>
          </a:xfrm>
        </p:spPr>
        <p:txBody>
          <a:bodyPr anchor="b">
            <a:noAutofit/>
          </a:bodyPr>
          <a:lstStyle>
            <a:lvl1pPr algn="ctr">
              <a:defRPr sz="1536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3888297" y="3571147"/>
            <a:ext cx="15193800" cy="23581546"/>
          </a:xfrm>
          <a:effectLst>
            <a:outerShdw blurRad="38100" dist="25400" dir="4440000">
              <a:srgbClr val="000000">
                <a:alpha val="36000"/>
              </a:srgbClr>
            </a:outerShdw>
          </a:effectLst>
        </p:spPr>
        <p:txBody>
          <a:bodyPr anchor="t">
            <a:normAutofit/>
          </a:bodyPr>
          <a:lstStyle>
            <a:lvl1pPr marL="0" indent="0" algn="ctr">
              <a:buNone/>
              <a:defRPr sz="7680"/>
            </a:lvl1pPr>
            <a:lvl2pPr marL="2194560" indent="0">
              <a:buNone/>
              <a:defRPr sz="7680"/>
            </a:lvl2pPr>
            <a:lvl3pPr marL="4389120" indent="0">
              <a:buNone/>
              <a:defRPr sz="7680"/>
            </a:lvl3pPr>
            <a:lvl4pPr marL="6583680" indent="0">
              <a:buNone/>
              <a:defRPr sz="7680"/>
            </a:lvl4pPr>
            <a:lvl5pPr marL="8778240" indent="0">
              <a:buNone/>
              <a:defRPr sz="7680"/>
            </a:lvl5pPr>
            <a:lvl6pPr marL="10972800" indent="0">
              <a:buNone/>
              <a:defRPr sz="7680"/>
            </a:lvl6pPr>
            <a:lvl7pPr marL="13167360" indent="0">
              <a:buNone/>
              <a:defRPr sz="7680"/>
            </a:lvl7pPr>
            <a:lvl8pPr marL="15361920" indent="0">
              <a:buNone/>
              <a:defRPr sz="7680"/>
            </a:lvl8pPr>
            <a:lvl9pPr marL="17556480" indent="0">
              <a:buNone/>
              <a:defRPr sz="7680"/>
            </a:lvl9pPr>
          </a:lstStyle>
          <a:p>
            <a:r>
              <a:rPr lang="en-US"/>
              <a:t>Click icon to add picture</a:t>
            </a:r>
            <a:endParaRPr lang="en-US" dirty="0"/>
          </a:p>
        </p:txBody>
      </p:sp>
      <p:sp>
        <p:nvSpPr>
          <p:cNvPr id="4" name="Text Placeholder 3"/>
          <p:cNvSpPr>
            <a:spLocks noGrp="1"/>
          </p:cNvSpPr>
          <p:nvPr>
            <p:ph type="body" sz="half" idx="2"/>
          </p:nvPr>
        </p:nvSpPr>
        <p:spPr>
          <a:xfrm>
            <a:off x="3289666" y="11708453"/>
            <a:ext cx="18838445" cy="16205443"/>
          </a:xfrm>
        </p:spPr>
        <p:txBody>
          <a:bodyPr anchor="t">
            <a:normAutofit/>
          </a:bodyPr>
          <a:lstStyle>
            <a:lvl1pPr marL="0" indent="0" algn="ctr">
              <a:buNone/>
              <a:defRPr sz="7680"/>
            </a:lvl1pPr>
            <a:lvl2pPr marL="2194560" indent="0">
              <a:buNone/>
              <a:defRPr sz="5760"/>
            </a:lvl2pPr>
            <a:lvl3pPr marL="4389120" indent="0">
              <a:buNone/>
              <a:defRPr sz="4800"/>
            </a:lvl3pPr>
            <a:lvl4pPr marL="6583680" indent="0">
              <a:buNone/>
              <a:defRPr sz="4320"/>
            </a:lvl4pPr>
            <a:lvl5pPr marL="8778240" indent="0">
              <a:buNone/>
              <a:defRPr sz="4320"/>
            </a:lvl5pPr>
            <a:lvl6pPr marL="10972800" indent="0">
              <a:buNone/>
              <a:defRPr sz="4320"/>
            </a:lvl6pPr>
            <a:lvl7pPr marL="13167360" indent="0">
              <a:buNone/>
              <a:defRPr sz="4320"/>
            </a:lvl7pPr>
            <a:lvl8pPr marL="15361920" indent="0">
              <a:buNone/>
              <a:defRPr sz="4320"/>
            </a:lvl8pPr>
            <a:lvl9pPr marL="17556480" indent="0">
              <a:buNone/>
              <a:defRPr sz="4320"/>
            </a:lvl9pPr>
          </a:lstStyle>
          <a:p>
            <a:pPr lvl="0"/>
            <a:r>
              <a:rPr lang="en-US"/>
              <a:t>Click to edit Master text styles</a:t>
            </a:r>
          </a:p>
        </p:txBody>
      </p:sp>
      <p:sp>
        <p:nvSpPr>
          <p:cNvPr id="5" name="Date Placeholder 4"/>
          <p:cNvSpPr>
            <a:spLocks noGrp="1"/>
          </p:cNvSpPr>
          <p:nvPr>
            <p:ph type="dt" sz="half" idx="10"/>
          </p:nvPr>
        </p:nvSpPr>
        <p:spPr/>
        <p:txBody>
          <a:bodyPr/>
          <a:lstStyle/>
          <a:p>
            <a:fld id="{163D97CC-475F-BE49-B579-6BFEF977A37E}" type="datetimeFigureOut">
              <a:rPr lang="en-US" smtClean="0"/>
              <a:t>9/3/2026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EC96AFA-303D-8042-85F3-1EA037B235F2}" type="slidenum">
              <a:rPr lang="en-US" smtClean="0"/>
              <a:t>‹#›</a:t>
            </a:fld>
            <a:endParaRPr lang="en-US"/>
          </a:p>
        </p:txBody>
      </p:sp>
    </p:spTree>
    <p:extLst>
      <p:ext uri="{BB962C8B-B14F-4D97-AF65-F5344CB8AC3E}">
        <p14:creationId xmlns:p14="http://schemas.microsoft.com/office/powerpoint/2010/main" val="29752107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8" name="Picture 7" descr="Slate-V2-SD-pano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71176" y="2592408"/>
            <a:ext cx="36748848" cy="18404995"/>
          </a:xfrm>
          <a:prstGeom prst="rect">
            <a:avLst/>
          </a:prstGeom>
        </p:spPr>
      </p:pic>
      <p:sp>
        <p:nvSpPr>
          <p:cNvPr id="2" name="Title 1"/>
          <p:cNvSpPr>
            <a:spLocks noGrp="1"/>
          </p:cNvSpPr>
          <p:nvPr>
            <p:ph type="title"/>
          </p:nvPr>
        </p:nvSpPr>
        <p:spPr>
          <a:xfrm>
            <a:off x="3289702" y="21913224"/>
            <a:ext cx="37279176" cy="2608666"/>
          </a:xfrm>
        </p:spPr>
        <p:txBody>
          <a:bodyPr anchor="b">
            <a:normAutofit/>
          </a:bodyPr>
          <a:lstStyle>
            <a:lvl1pPr algn="ctr">
              <a:defRPr sz="13440"/>
            </a:lvl1pPr>
          </a:lstStyle>
          <a:p>
            <a:r>
              <a:rPr lang="en-US"/>
              <a:t>Click to edit Master title style</a:t>
            </a:r>
            <a:endParaRPr lang="en-US" dirty="0"/>
          </a:p>
        </p:txBody>
      </p:sp>
      <p:sp>
        <p:nvSpPr>
          <p:cNvPr id="3" name="Picture Placeholder 2"/>
          <p:cNvSpPr>
            <a:spLocks noGrp="1" noChangeAspect="1"/>
          </p:cNvSpPr>
          <p:nvPr>
            <p:ph type="pic" idx="1"/>
          </p:nvPr>
        </p:nvSpPr>
        <p:spPr>
          <a:xfrm>
            <a:off x="4445842" y="3336050"/>
            <a:ext cx="34970880" cy="16923221"/>
          </a:xfrm>
          <a:effectLst>
            <a:outerShdw blurRad="38100" dist="25400" dir="4440000">
              <a:srgbClr val="000000">
                <a:alpha val="36000"/>
              </a:srgbClr>
            </a:outerShdw>
          </a:effectLst>
        </p:spPr>
        <p:txBody>
          <a:bodyPr anchor="t">
            <a:normAutofit/>
          </a:bodyPr>
          <a:lstStyle>
            <a:lvl1pPr marL="0" indent="0" algn="ctr">
              <a:buNone/>
              <a:defRPr sz="9600"/>
            </a:lvl1pPr>
            <a:lvl2pPr marL="2194560" indent="0">
              <a:buNone/>
              <a:defRPr sz="9600"/>
            </a:lvl2pPr>
            <a:lvl3pPr marL="4389120" indent="0">
              <a:buNone/>
              <a:defRPr sz="9600"/>
            </a:lvl3pPr>
            <a:lvl4pPr marL="6583680" indent="0">
              <a:buNone/>
              <a:defRPr sz="9600"/>
            </a:lvl4pPr>
            <a:lvl5pPr marL="8778240" indent="0">
              <a:buNone/>
              <a:defRPr sz="9600"/>
            </a:lvl5pPr>
            <a:lvl6pPr marL="10972800" indent="0">
              <a:buNone/>
              <a:defRPr sz="9600"/>
            </a:lvl6pPr>
            <a:lvl7pPr marL="13167360" indent="0">
              <a:buNone/>
              <a:defRPr sz="9600"/>
            </a:lvl7pPr>
            <a:lvl8pPr marL="15361920" indent="0">
              <a:buNone/>
              <a:defRPr sz="9600"/>
            </a:lvl8pPr>
            <a:lvl9pPr marL="17556480" indent="0">
              <a:buNone/>
              <a:defRPr sz="9600"/>
            </a:lvl9pPr>
          </a:lstStyle>
          <a:p>
            <a:r>
              <a:rPr lang="en-US"/>
              <a:t>Click icon to add picture</a:t>
            </a:r>
            <a:endParaRPr lang="en-US" dirty="0"/>
          </a:p>
        </p:txBody>
      </p:sp>
      <p:sp>
        <p:nvSpPr>
          <p:cNvPr id="4" name="Text Placeholder 3"/>
          <p:cNvSpPr>
            <a:spLocks noGrp="1"/>
          </p:cNvSpPr>
          <p:nvPr>
            <p:ph type="body" sz="half" idx="2"/>
          </p:nvPr>
        </p:nvSpPr>
        <p:spPr>
          <a:xfrm>
            <a:off x="3289661" y="24521894"/>
            <a:ext cx="37273546" cy="3275866"/>
          </a:xfrm>
        </p:spPr>
        <p:txBody>
          <a:bodyPr anchor="t"/>
          <a:lstStyle>
            <a:lvl1pPr marL="0" indent="0" algn="ctr">
              <a:buNone/>
              <a:defRPr sz="7680"/>
            </a:lvl1pPr>
            <a:lvl2pPr marL="2194560" indent="0">
              <a:buNone/>
              <a:defRPr sz="6720"/>
            </a:lvl2pPr>
            <a:lvl3pPr marL="4389120" indent="0">
              <a:buNone/>
              <a:defRPr sz="5760"/>
            </a:lvl3pPr>
            <a:lvl4pPr marL="6583680" indent="0">
              <a:buNone/>
              <a:defRPr sz="4800"/>
            </a:lvl4pPr>
            <a:lvl5pPr marL="8778240" indent="0">
              <a:buNone/>
              <a:defRPr sz="4800"/>
            </a:lvl5pPr>
            <a:lvl6pPr marL="10972800" indent="0">
              <a:buNone/>
              <a:defRPr sz="4800"/>
            </a:lvl6pPr>
            <a:lvl7pPr marL="13167360" indent="0">
              <a:buNone/>
              <a:defRPr sz="4800"/>
            </a:lvl7pPr>
            <a:lvl8pPr marL="15361920" indent="0">
              <a:buNone/>
              <a:defRPr sz="4800"/>
            </a:lvl8pPr>
            <a:lvl9pPr marL="17556480" indent="0">
              <a:buNone/>
              <a:defRPr sz="4800"/>
            </a:lvl9pPr>
          </a:lstStyle>
          <a:p>
            <a:pPr lvl="0"/>
            <a:r>
              <a:rPr lang="en-US"/>
              <a:t>Click to edit Master text styles</a:t>
            </a:r>
          </a:p>
        </p:txBody>
      </p:sp>
      <p:sp>
        <p:nvSpPr>
          <p:cNvPr id="5" name="Date Placeholder 4"/>
          <p:cNvSpPr>
            <a:spLocks noGrp="1"/>
          </p:cNvSpPr>
          <p:nvPr>
            <p:ph type="dt" sz="half" idx="10"/>
          </p:nvPr>
        </p:nvSpPr>
        <p:spPr/>
        <p:txBody>
          <a:bodyPr/>
          <a:lstStyle/>
          <a:p>
            <a:fld id="{163D97CC-475F-BE49-B579-6BFEF977A37E}" type="datetimeFigureOut">
              <a:rPr lang="en-US" smtClean="0"/>
              <a:t>9/3/2026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EC96AFA-303D-8042-85F3-1EA037B235F2}" type="slidenum">
              <a:rPr lang="en-US" smtClean="0"/>
              <a:t>‹#›</a:t>
            </a:fld>
            <a:endParaRPr lang="en-US"/>
          </a:p>
        </p:txBody>
      </p:sp>
    </p:spTree>
    <p:extLst>
      <p:ext uri="{BB962C8B-B14F-4D97-AF65-F5344CB8AC3E}">
        <p14:creationId xmlns:p14="http://schemas.microsoft.com/office/powerpoint/2010/main" val="26241132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3289661" y="2920498"/>
            <a:ext cx="37273546" cy="16964851"/>
          </a:xfrm>
        </p:spPr>
        <p:txBody>
          <a:bodyPr anchor="ctr"/>
          <a:lstStyle>
            <a:lvl1pPr>
              <a:defRPr sz="15360"/>
            </a:lvl1pPr>
          </a:lstStyle>
          <a:p>
            <a:r>
              <a:rPr lang="en-US"/>
              <a:t>Click to edit Master title style</a:t>
            </a:r>
            <a:endParaRPr lang="en-US" dirty="0"/>
          </a:p>
        </p:txBody>
      </p:sp>
      <p:sp>
        <p:nvSpPr>
          <p:cNvPr id="4" name="Text Placeholder 3"/>
          <p:cNvSpPr>
            <a:spLocks noGrp="1"/>
          </p:cNvSpPr>
          <p:nvPr>
            <p:ph type="body" sz="half" idx="2"/>
          </p:nvPr>
        </p:nvSpPr>
        <p:spPr>
          <a:xfrm>
            <a:off x="3289661" y="20616864"/>
            <a:ext cx="37273546" cy="7208765"/>
          </a:xfrm>
        </p:spPr>
        <p:txBody>
          <a:bodyPr anchor="ctr"/>
          <a:lstStyle>
            <a:lvl1pPr marL="0" indent="0" algn="ctr">
              <a:buNone/>
              <a:defRPr sz="7680"/>
            </a:lvl1pPr>
            <a:lvl2pPr marL="2194560" indent="0">
              <a:buNone/>
              <a:defRPr sz="6720"/>
            </a:lvl2pPr>
            <a:lvl3pPr marL="4389120" indent="0">
              <a:buNone/>
              <a:defRPr sz="5760"/>
            </a:lvl3pPr>
            <a:lvl4pPr marL="6583680" indent="0">
              <a:buNone/>
              <a:defRPr sz="4800"/>
            </a:lvl4pPr>
            <a:lvl5pPr marL="8778240" indent="0">
              <a:buNone/>
              <a:defRPr sz="4800"/>
            </a:lvl5pPr>
            <a:lvl6pPr marL="10972800" indent="0">
              <a:buNone/>
              <a:defRPr sz="4800"/>
            </a:lvl6pPr>
            <a:lvl7pPr marL="13167360" indent="0">
              <a:buNone/>
              <a:defRPr sz="4800"/>
            </a:lvl7pPr>
            <a:lvl8pPr marL="15361920" indent="0">
              <a:buNone/>
              <a:defRPr sz="4800"/>
            </a:lvl8pPr>
            <a:lvl9pPr marL="17556480" indent="0">
              <a:buNone/>
              <a:defRPr sz="4800"/>
            </a:lvl9pPr>
          </a:lstStyle>
          <a:p>
            <a:pPr lvl="0"/>
            <a:r>
              <a:rPr lang="en-US"/>
              <a:t>Click to edit Master text styles</a:t>
            </a:r>
          </a:p>
        </p:txBody>
      </p:sp>
      <p:sp>
        <p:nvSpPr>
          <p:cNvPr id="5" name="Date Placeholder 4"/>
          <p:cNvSpPr>
            <a:spLocks noGrp="1"/>
          </p:cNvSpPr>
          <p:nvPr>
            <p:ph type="dt" sz="half" idx="10"/>
          </p:nvPr>
        </p:nvSpPr>
        <p:spPr/>
        <p:txBody>
          <a:bodyPr/>
          <a:lstStyle/>
          <a:p>
            <a:fld id="{163D97CC-475F-BE49-B579-6BFEF977A37E}" type="datetimeFigureOut">
              <a:rPr lang="en-US" smtClean="0"/>
              <a:t>9/3/2026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EC96AFA-303D-8042-85F3-1EA037B235F2}" type="slidenum">
              <a:rPr lang="en-US" smtClean="0"/>
              <a:t>‹#›</a:t>
            </a:fld>
            <a:endParaRPr lang="en-US"/>
          </a:p>
        </p:txBody>
      </p:sp>
    </p:spTree>
    <p:extLst>
      <p:ext uri="{BB962C8B-B14F-4D97-AF65-F5344CB8AC3E}">
        <p14:creationId xmlns:p14="http://schemas.microsoft.com/office/powerpoint/2010/main" val="213183727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206363" y="2926080"/>
            <a:ext cx="33489907" cy="14365939"/>
          </a:xfrm>
        </p:spPr>
        <p:txBody>
          <a:bodyPr anchor="ctr"/>
          <a:lstStyle>
            <a:lvl1pPr>
              <a:defRPr sz="15360"/>
            </a:lvl1pPr>
          </a:lstStyle>
          <a:p>
            <a:r>
              <a:rPr lang="en-US"/>
              <a:t>Click to edit Master title style</a:t>
            </a:r>
            <a:endParaRPr lang="en-US" dirty="0"/>
          </a:p>
        </p:txBody>
      </p:sp>
      <p:sp>
        <p:nvSpPr>
          <p:cNvPr id="12" name="Text Placeholder 3"/>
          <p:cNvSpPr>
            <a:spLocks noGrp="1"/>
          </p:cNvSpPr>
          <p:nvPr>
            <p:ph type="body" sz="half" idx="13"/>
          </p:nvPr>
        </p:nvSpPr>
        <p:spPr>
          <a:xfrm>
            <a:off x="6194323" y="17328161"/>
            <a:ext cx="31508275" cy="2557195"/>
          </a:xfrm>
        </p:spPr>
        <p:txBody>
          <a:bodyPr anchor="t">
            <a:normAutofit/>
          </a:bodyPr>
          <a:lstStyle>
            <a:lvl1pPr marL="0" indent="0" algn="r">
              <a:buNone/>
              <a:defRPr sz="6720"/>
            </a:lvl1pPr>
            <a:lvl2pPr marL="2194560" indent="0">
              <a:buNone/>
              <a:defRPr sz="6720"/>
            </a:lvl2pPr>
            <a:lvl3pPr marL="4389120" indent="0">
              <a:buNone/>
              <a:defRPr sz="5760"/>
            </a:lvl3pPr>
            <a:lvl4pPr marL="6583680" indent="0">
              <a:buNone/>
              <a:defRPr sz="4800"/>
            </a:lvl4pPr>
            <a:lvl5pPr marL="8778240" indent="0">
              <a:buNone/>
              <a:defRPr sz="4800"/>
            </a:lvl5pPr>
            <a:lvl6pPr marL="10972800" indent="0">
              <a:buNone/>
              <a:defRPr sz="4800"/>
            </a:lvl6pPr>
            <a:lvl7pPr marL="13167360" indent="0">
              <a:buNone/>
              <a:defRPr sz="4800"/>
            </a:lvl7pPr>
            <a:lvl8pPr marL="15361920" indent="0">
              <a:buNone/>
              <a:defRPr sz="4800"/>
            </a:lvl8pPr>
            <a:lvl9pPr marL="17556480" indent="0">
              <a:buNone/>
              <a:defRPr sz="4800"/>
            </a:lvl9pPr>
          </a:lstStyle>
          <a:p>
            <a:pPr lvl="0"/>
            <a:r>
              <a:rPr lang="en-US"/>
              <a:t>Click to edit Master text styles</a:t>
            </a:r>
          </a:p>
        </p:txBody>
      </p:sp>
      <p:sp>
        <p:nvSpPr>
          <p:cNvPr id="4" name="Text Placeholder 3"/>
          <p:cNvSpPr>
            <a:spLocks noGrp="1"/>
          </p:cNvSpPr>
          <p:nvPr>
            <p:ph type="body" sz="half" idx="2"/>
          </p:nvPr>
        </p:nvSpPr>
        <p:spPr>
          <a:xfrm>
            <a:off x="3289661" y="20660894"/>
            <a:ext cx="37273546" cy="7149581"/>
          </a:xfrm>
        </p:spPr>
        <p:txBody>
          <a:bodyPr anchor="ctr">
            <a:normAutofit/>
          </a:bodyPr>
          <a:lstStyle>
            <a:lvl1pPr marL="0" indent="0" algn="ctr">
              <a:buNone/>
              <a:defRPr sz="7680"/>
            </a:lvl1pPr>
            <a:lvl2pPr marL="2194560" indent="0">
              <a:buNone/>
              <a:defRPr sz="6720"/>
            </a:lvl2pPr>
            <a:lvl3pPr marL="4389120" indent="0">
              <a:buNone/>
              <a:defRPr sz="5760"/>
            </a:lvl3pPr>
            <a:lvl4pPr marL="6583680" indent="0">
              <a:buNone/>
              <a:defRPr sz="4800"/>
            </a:lvl4pPr>
            <a:lvl5pPr marL="8778240" indent="0">
              <a:buNone/>
              <a:defRPr sz="4800"/>
            </a:lvl5pPr>
            <a:lvl6pPr marL="10972800" indent="0">
              <a:buNone/>
              <a:defRPr sz="4800"/>
            </a:lvl6pPr>
            <a:lvl7pPr marL="13167360" indent="0">
              <a:buNone/>
              <a:defRPr sz="4800"/>
            </a:lvl7pPr>
            <a:lvl8pPr marL="15361920" indent="0">
              <a:buNone/>
              <a:defRPr sz="4800"/>
            </a:lvl8pPr>
            <a:lvl9pPr marL="17556480" indent="0">
              <a:buNone/>
              <a:defRPr sz="4800"/>
            </a:lvl9pPr>
          </a:lstStyle>
          <a:p>
            <a:pPr lvl="0"/>
            <a:r>
              <a:rPr lang="en-US"/>
              <a:t>Click to edit Master text styles</a:t>
            </a:r>
          </a:p>
        </p:txBody>
      </p:sp>
      <p:sp>
        <p:nvSpPr>
          <p:cNvPr id="5" name="Date Placeholder 4"/>
          <p:cNvSpPr>
            <a:spLocks noGrp="1"/>
          </p:cNvSpPr>
          <p:nvPr>
            <p:ph type="dt" sz="half" idx="10"/>
          </p:nvPr>
        </p:nvSpPr>
        <p:spPr/>
        <p:txBody>
          <a:bodyPr/>
          <a:lstStyle/>
          <a:p>
            <a:fld id="{163D97CC-475F-BE49-B579-6BFEF977A37E}" type="datetimeFigureOut">
              <a:rPr lang="en-US" smtClean="0"/>
              <a:t>9/3/2026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EC96AFA-303D-8042-85F3-1EA037B235F2}" type="slidenum">
              <a:rPr lang="en-US" smtClean="0"/>
              <a:t>‹#›</a:t>
            </a:fld>
            <a:endParaRPr lang="en-US"/>
          </a:p>
        </p:txBody>
      </p:sp>
      <p:sp>
        <p:nvSpPr>
          <p:cNvPr id="11" name="TextBox 10"/>
          <p:cNvSpPr txBox="1"/>
          <p:nvPr/>
        </p:nvSpPr>
        <p:spPr>
          <a:xfrm>
            <a:off x="3011803" y="4194778"/>
            <a:ext cx="2194560" cy="2806925"/>
          </a:xfrm>
          <a:prstGeom prst="rect">
            <a:avLst/>
          </a:prstGeom>
        </p:spPr>
        <p:txBody>
          <a:bodyPr vert="horz" lIns="438912" tIns="219456" rIns="438912" bIns="219456"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38400" dirty="0">
                <a:solidFill>
                  <a:schemeClr val="tx1"/>
                </a:solidFill>
                <a:effectLst/>
              </a:rPr>
              <a:t>“</a:t>
            </a:r>
          </a:p>
        </p:txBody>
      </p:sp>
      <p:sp>
        <p:nvSpPr>
          <p:cNvPr id="13" name="TextBox 12"/>
          <p:cNvSpPr txBox="1"/>
          <p:nvPr/>
        </p:nvSpPr>
        <p:spPr>
          <a:xfrm>
            <a:off x="37576123" y="14079576"/>
            <a:ext cx="2194560" cy="2806925"/>
          </a:xfrm>
          <a:prstGeom prst="rect">
            <a:avLst/>
          </a:prstGeom>
        </p:spPr>
        <p:txBody>
          <a:bodyPr vert="horz" lIns="438912" tIns="219456" rIns="438912" bIns="219456"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38400" dirty="0">
                <a:solidFill>
                  <a:schemeClr val="tx1"/>
                </a:solidFill>
                <a:effectLst/>
              </a:rPr>
              <a:t>”</a:t>
            </a:r>
          </a:p>
        </p:txBody>
      </p:sp>
    </p:spTree>
    <p:extLst>
      <p:ext uri="{BB962C8B-B14F-4D97-AF65-F5344CB8AC3E}">
        <p14:creationId xmlns:p14="http://schemas.microsoft.com/office/powerpoint/2010/main" val="296024287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3289661" y="10209329"/>
            <a:ext cx="37273546" cy="12056808"/>
          </a:xfrm>
        </p:spPr>
        <p:txBody>
          <a:bodyPr anchor="b"/>
          <a:lstStyle>
            <a:lvl1pPr>
              <a:defRPr sz="15360"/>
            </a:lvl1pPr>
          </a:lstStyle>
          <a:p>
            <a:r>
              <a:rPr lang="en-US"/>
              <a:t>Click to edit Master title style</a:t>
            </a:r>
            <a:endParaRPr lang="en-US" dirty="0"/>
          </a:p>
        </p:txBody>
      </p:sp>
      <p:sp>
        <p:nvSpPr>
          <p:cNvPr id="4" name="Text Placeholder 3"/>
          <p:cNvSpPr>
            <a:spLocks noGrp="1"/>
          </p:cNvSpPr>
          <p:nvPr>
            <p:ph type="body" sz="half" idx="2"/>
          </p:nvPr>
        </p:nvSpPr>
        <p:spPr>
          <a:xfrm>
            <a:off x="3289630" y="22322669"/>
            <a:ext cx="37267915" cy="5475091"/>
          </a:xfrm>
        </p:spPr>
        <p:txBody>
          <a:bodyPr anchor="t"/>
          <a:lstStyle>
            <a:lvl1pPr marL="0" indent="0" algn="ctr">
              <a:buNone/>
              <a:defRPr sz="7680"/>
            </a:lvl1pPr>
            <a:lvl2pPr marL="2194560" indent="0">
              <a:buNone/>
              <a:defRPr sz="6720"/>
            </a:lvl2pPr>
            <a:lvl3pPr marL="4389120" indent="0">
              <a:buNone/>
              <a:defRPr sz="5760"/>
            </a:lvl3pPr>
            <a:lvl4pPr marL="6583680" indent="0">
              <a:buNone/>
              <a:defRPr sz="4800"/>
            </a:lvl4pPr>
            <a:lvl5pPr marL="8778240" indent="0">
              <a:buNone/>
              <a:defRPr sz="4800"/>
            </a:lvl5pPr>
            <a:lvl6pPr marL="10972800" indent="0">
              <a:buNone/>
              <a:defRPr sz="4800"/>
            </a:lvl6pPr>
            <a:lvl7pPr marL="13167360" indent="0">
              <a:buNone/>
              <a:defRPr sz="4800"/>
            </a:lvl7pPr>
            <a:lvl8pPr marL="15361920" indent="0">
              <a:buNone/>
              <a:defRPr sz="4800"/>
            </a:lvl8pPr>
            <a:lvl9pPr marL="17556480" indent="0">
              <a:buNone/>
              <a:defRPr sz="4800"/>
            </a:lvl9pPr>
          </a:lstStyle>
          <a:p>
            <a:pPr lvl="0"/>
            <a:r>
              <a:rPr lang="en-US"/>
              <a:t>Click to edit Master text styles</a:t>
            </a:r>
          </a:p>
        </p:txBody>
      </p:sp>
      <p:sp>
        <p:nvSpPr>
          <p:cNvPr id="5" name="Date Placeholder 4"/>
          <p:cNvSpPr>
            <a:spLocks noGrp="1"/>
          </p:cNvSpPr>
          <p:nvPr>
            <p:ph type="dt" sz="half" idx="10"/>
          </p:nvPr>
        </p:nvSpPr>
        <p:spPr/>
        <p:txBody>
          <a:bodyPr/>
          <a:lstStyle/>
          <a:p>
            <a:fld id="{163D97CC-475F-BE49-B579-6BFEF977A37E}" type="datetimeFigureOut">
              <a:rPr lang="en-US" smtClean="0"/>
              <a:t>9/3/2026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EC96AFA-303D-8042-85F3-1EA037B235F2}" type="slidenum">
              <a:rPr lang="en-US" smtClean="0"/>
              <a:t>‹#›</a:t>
            </a:fld>
            <a:endParaRPr lang="en-US"/>
          </a:p>
        </p:txBody>
      </p:sp>
    </p:spTree>
    <p:extLst>
      <p:ext uri="{BB962C8B-B14F-4D97-AF65-F5344CB8AC3E}">
        <p14:creationId xmlns:p14="http://schemas.microsoft.com/office/powerpoint/2010/main" val="407312748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3289661" y="2926080"/>
            <a:ext cx="37273546" cy="4658160"/>
          </a:xfrm>
        </p:spPr>
        <p:txBody>
          <a:bodyPr/>
          <a:lstStyle/>
          <a:p>
            <a:r>
              <a:rPr lang="en-US"/>
              <a:t>Click to edit Master title style</a:t>
            </a:r>
            <a:endParaRPr lang="en-US" dirty="0"/>
          </a:p>
        </p:txBody>
      </p:sp>
      <p:sp>
        <p:nvSpPr>
          <p:cNvPr id="7" name="Text Placeholder 2"/>
          <p:cNvSpPr>
            <a:spLocks noGrp="1"/>
          </p:cNvSpPr>
          <p:nvPr>
            <p:ph type="body" idx="1"/>
          </p:nvPr>
        </p:nvSpPr>
        <p:spPr>
          <a:xfrm>
            <a:off x="3289661" y="9052560"/>
            <a:ext cx="11883542" cy="2766058"/>
          </a:xfrm>
        </p:spPr>
        <p:txBody>
          <a:bodyPr anchor="b">
            <a:noAutofit/>
          </a:bodyPr>
          <a:lstStyle>
            <a:lvl1pPr marL="0" indent="0" algn="ctr">
              <a:buNone/>
              <a:defRPr sz="11520" b="0">
                <a:solidFill>
                  <a:schemeClr val="tx1"/>
                </a:solidFill>
              </a:defRPr>
            </a:lvl1pPr>
            <a:lvl2pPr marL="2194560" indent="0">
              <a:buNone/>
              <a:defRPr sz="9600" b="1"/>
            </a:lvl2pPr>
            <a:lvl3pPr marL="4389120" indent="0">
              <a:buNone/>
              <a:defRPr sz="8640" b="1"/>
            </a:lvl3pPr>
            <a:lvl4pPr marL="6583680" indent="0">
              <a:buNone/>
              <a:defRPr sz="7680" b="1"/>
            </a:lvl4pPr>
            <a:lvl5pPr marL="8778240" indent="0">
              <a:buNone/>
              <a:defRPr sz="7680" b="1"/>
            </a:lvl5pPr>
            <a:lvl6pPr marL="10972800" indent="0">
              <a:buNone/>
              <a:defRPr sz="7680" b="1"/>
            </a:lvl6pPr>
            <a:lvl7pPr marL="13167360" indent="0">
              <a:buNone/>
              <a:defRPr sz="7680" b="1"/>
            </a:lvl7pPr>
            <a:lvl8pPr marL="15361920" indent="0">
              <a:buNone/>
              <a:defRPr sz="7680" b="1"/>
            </a:lvl8pPr>
            <a:lvl9pPr marL="17556480" indent="0">
              <a:buNone/>
              <a:defRPr sz="7680" b="1"/>
            </a:lvl9pPr>
          </a:lstStyle>
          <a:p>
            <a:pPr lvl="0"/>
            <a:r>
              <a:rPr lang="en-US"/>
              <a:t>Click to edit Master text styles</a:t>
            </a:r>
          </a:p>
        </p:txBody>
      </p:sp>
      <p:sp>
        <p:nvSpPr>
          <p:cNvPr id="8" name="Text Placeholder 3"/>
          <p:cNvSpPr>
            <a:spLocks noGrp="1"/>
          </p:cNvSpPr>
          <p:nvPr>
            <p:ph type="body" sz="half" idx="15"/>
          </p:nvPr>
        </p:nvSpPr>
        <p:spPr>
          <a:xfrm>
            <a:off x="3289661" y="12344400"/>
            <a:ext cx="11883542" cy="15453360"/>
          </a:xfrm>
        </p:spPr>
        <p:txBody>
          <a:bodyPr anchor="t">
            <a:normAutofit/>
          </a:bodyPr>
          <a:lstStyle>
            <a:lvl1pPr marL="0" indent="0" algn="ctr">
              <a:buNone/>
              <a:defRPr sz="6720"/>
            </a:lvl1pPr>
            <a:lvl2pPr marL="2194560" indent="0">
              <a:buNone/>
              <a:defRPr sz="5760"/>
            </a:lvl2pPr>
            <a:lvl3pPr marL="4389120" indent="0">
              <a:buNone/>
              <a:defRPr sz="4800"/>
            </a:lvl3pPr>
            <a:lvl4pPr marL="6583680" indent="0">
              <a:buNone/>
              <a:defRPr sz="4320"/>
            </a:lvl4pPr>
            <a:lvl5pPr marL="8778240" indent="0">
              <a:buNone/>
              <a:defRPr sz="4320"/>
            </a:lvl5pPr>
            <a:lvl6pPr marL="10972800" indent="0">
              <a:buNone/>
              <a:defRPr sz="4320"/>
            </a:lvl6pPr>
            <a:lvl7pPr marL="13167360" indent="0">
              <a:buNone/>
              <a:defRPr sz="4320"/>
            </a:lvl7pPr>
            <a:lvl8pPr marL="15361920" indent="0">
              <a:buNone/>
              <a:defRPr sz="4320"/>
            </a:lvl8pPr>
            <a:lvl9pPr marL="17556480" indent="0">
              <a:buNone/>
              <a:defRPr sz="4320"/>
            </a:lvl9pPr>
          </a:lstStyle>
          <a:p>
            <a:pPr lvl="0"/>
            <a:r>
              <a:rPr lang="en-US"/>
              <a:t>Click to edit Master text styles</a:t>
            </a:r>
          </a:p>
        </p:txBody>
      </p:sp>
      <p:sp>
        <p:nvSpPr>
          <p:cNvPr id="9" name="Text Placeholder 4"/>
          <p:cNvSpPr>
            <a:spLocks noGrp="1"/>
          </p:cNvSpPr>
          <p:nvPr>
            <p:ph type="body" sz="quarter" idx="3"/>
          </p:nvPr>
        </p:nvSpPr>
        <p:spPr>
          <a:xfrm>
            <a:off x="16008159" y="9052560"/>
            <a:ext cx="11883542" cy="2766058"/>
          </a:xfrm>
        </p:spPr>
        <p:txBody>
          <a:bodyPr anchor="b">
            <a:noAutofit/>
          </a:bodyPr>
          <a:lstStyle>
            <a:lvl1pPr marL="0" indent="0" algn="ctr">
              <a:buNone/>
              <a:defRPr sz="11520" b="0">
                <a:solidFill>
                  <a:schemeClr val="tx1"/>
                </a:solidFill>
              </a:defRPr>
            </a:lvl1pPr>
            <a:lvl2pPr marL="2194560" indent="0">
              <a:buNone/>
              <a:defRPr sz="9600" b="1"/>
            </a:lvl2pPr>
            <a:lvl3pPr marL="4389120" indent="0">
              <a:buNone/>
              <a:defRPr sz="8640" b="1"/>
            </a:lvl3pPr>
            <a:lvl4pPr marL="6583680" indent="0">
              <a:buNone/>
              <a:defRPr sz="7680" b="1"/>
            </a:lvl4pPr>
            <a:lvl5pPr marL="8778240" indent="0">
              <a:buNone/>
              <a:defRPr sz="7680" b="1"/>
            </a:lvl5pPr>
            <a:lvl6pPr marL="10972800" indent="0">
              <a:buNone/>
              <a:defRPr sz="7680" b="1"/>
            </a:lvl6pPr>
            <a:lvl7pPr marL="13167360" indent="0">
              <a:buNone/>
              <a:defRPr sz="7680" b="1"/>
            </a:lvl7pPr>
            <a:lvl8pPr marL="15361920" indent="0">
              <a:buNone/>
              <a:defRPr sz="7680" b="1"/>
            </a:lvl8pPr>
            <a:lvl9pPr marL="17556480" indent="0">
              <a:buNone/>
              <a:defRPr sz="7680" b="1"/>
            </a:lvl9pPr>
          </a:lstStyle>
          <a:p>
            <a:pPr lvl="0"/>
            <a:r>
              <a:rPr lang="en-US"/>
              <a:t>Click to edit Master text styles</a:t>
            </a:r>
          </a:p>
        </p:txBody>
      </p:sp>
      <p:sp>
        <p:nvSpPr>
          <p:cNvPr id="10" name="Text Placeholder 3"/>
          <p:cNvSpPr>
            <a:spLocks noGrp="1"/>
          </p:cNvSpPr>
          <p:nvPr>
            <p:ph type="body" sz="half" idx="16"/>
          </p:nvPr>
        </p:nvSpPr>
        <p:spPr>
          <a:xfrm>
            <a:off x="15989165" y="12344400"/>
            <a:ext cx="11883542" cy="15453360"/>
          </a:xfrm>
        </p:spPr>
        <p:txBody>
          <a:bodyPr anchor="t">
            <a:normAutofit/>
          </a:bodyPr>
          <a:lstStyle>
            <a:lvl1pPr marL="0" indent="0" algn="ctr">
              <a:buNone/>
              <a:defRPr sz="6720"/>
            </a:lvl1pPr>
            <a:lvl2pPr marL="2194560" indent="0">
              <a:buNone/>
              <a:defRPr sz="5760"/>
            </a:lvl2pPr>
            <a:lvl3pPr marL="4389120" indent="0">
              <a:buNone/>
              <a:defRPr sz="4800"/>
            </a:lvl3pPr>
            <a:lvl4pPr marL="6583680" indent="0">
              <a:buNone/>
              <a:defRPr sz="4320"/>
            </a:lvl4pPr>
            <a:lvl5pPr marL="8778240" indent="0">
              <a:buNone/>
              <a:defRPr sz="4320"/>
            </a:lvl5pPr>
            <a:lvl6pPr marL="10972800" indent="0">
              <a:buNone/>
              <a:defRPr sz="4320"/>
            </a:lvl6pPr>
            <a:lvl7pPr marL="13167360" indent="0">
              <a:buNone/>
              <a:defRPr sz="4320"/>
            </a:lvl7pPr>
            <a:lvl8pPr marL="15361920" indent="0">
              <a:buNone/>
              <a:defRPr sz="4320"/>
            </a:lvl8pPr>
            <a:lvl9pPr marL="17556480" indent="0">
              <a:buNone/>
              <a:defRPr sz="4320"/>
            </a:lvl9pPr>
          </a:lstStyle>
          <a:p>
            <a:pPr lvl="0"/>
            <a:r>
              <a:rPr lang="en-US"/>
              <a:t>Click to edit Master text styles</a:t>
            </a:r>
          </a:p>
        </p:txBody>
      </p:sp>
      <p:sp>
        <p:nvSpPr>
          <p:cNvPr id="11" name="Text Placeholder 4"/>
          <p:cNvSpPr>
            <a:spLocks noGrp="1"/>
          </p:cNvSpPr>
          <p:nvPr>
            <p:ph type="body" sz="quarter" idx="13"/>
          </p:nvPr>
        </p:nvSpPr>
        <p:spPr>
          <a:xfrm>
            <a:off x="28679659" y="9052560"/>
            <a:ext cx="11883542" cy="2766058"/>
          </a:xfrm>
        </p:spPr>
        <p:txBody>
          <a:bodyPr anchor="b">
            <a:noAutofit/>
          </a:bodyPr>
          <a:lstStyle>
            <a:lvl1pPr marL="0" indent="0" algn="ctr">
              <a:buNone/>
              <a:defRPr sz="11520" b="0">
                <a:solidFill>
                  <a:schemeClr val="tx1"/>
                </a:solidFill>
              </a:defRPr>
            </a:lvl1pPr>
            <a:lvl2pPr marL="2194560" indent="0">
              <a:buNone/>
              <a:defRPr sz="9600" b="1"/>
            </a:lvl2pPr>
            <a:lvl3pPr marL="4389120" indent="0">
              <a:buNone/>
              <a:defRPr sz="8640" b="1"/>
            </a:lvl3pPr>
            <a:lvl4pPr marL="6583680" indent="0">
              <a:buNone/>
              <a:defRPr sz="7680" b="1"/>
            </a:lvl4pPr>
            <a:lvl5pPr marL="8778240" indent="0">
              <a:buNone/>
              <a:defRPr sz="7680" b="1"/>
            </a:lvl5pPr>
            <a:lvl6pPr marL="10972800" indent="0">
              <a:buNone/>
              <a:defRPr sz="7680" b="1"/>
            </a:lvl6pPr>
            <a:lvl7pPr marL="13167360" indent="0">
              <a:buNone/>
              <a:defRPr sz="7680" b="1"/>
            </a:lvl7pPr>
            <a:lvl8pPr marL="15361920" indent="0">
              <a:buNone/>
              <a:defRPr sz="7680" b="1"/>
            </a:lvl8pPr>
            <a:lvl9pPr marL="17556480" indent="0">
              <a:buNone/>
              <a:defRPr sz="7680" b="1"/>
            </a:lvl9pPr>
          </a:lstStyle>
          <a:p>
            <a:pPr lvl="0"/>
            <a:r>
              <a:rPr lang="en-US"/>
              <a:t>Click to edit Master text styles</a:t>
            </a:r>
          </a:p>
        </p:txBody>
      </p:sp>
      <p:sp>
        <p:nvSpPr>
          <p:cNvPr id="12" name="Text Placeholder 3"/>
          <p:cNvSpPr>
            <a:spLocks noGrp="1"/>
          </p:cNvSpPr>
          <p:nvPr>
            <p:ph type="body" sz="half" idx="17"/>
          </p:nvPr>
        </p:nvSpPr>
        <p:spPr>
          <a:xfrm>
            <a:off x="28679659" y="12344400"/>
            <a:ext cx="11883542" cy="15453360"/>
          </a:xfrm>
        </p:spPr>
        <p:txBody>
          <a:bodyPr anchor="t">
            <a:normAutofit/>
          </a:bodyPr>
          <a:lstStyle>
            <a:lvl1pPr marL="0" indent="0" algn="ctr">
              <a:buNone/>
              <a:defRPr sz="6720"/>
            </a:lvl1pPr>
            <a:lvl2pPr marL="2194560" indent="0">
              <a:buNone/>
              <a:defRPr sz="5760"/>
            </a:lvl2pPr>
            <a:lvl3pPr marL="4389120" indent="0">
              <a:buNone/>
              <a:defRPr sz="4800"/>
            </a:lvl3pPr>
            <a:lvl4pPr marL="6583680" indent="0">
              <a:buNone/>
              <a:defRPr sz="4320"/>
            </a:lvl4pPr>
            <a:lvl5pPr marL="8778240" indent="0">
              <a:buNone/>
              <a:defRPr sz="4320"/>
            </a:lvl5pPr>
            <a:lvl6pPr marL="10972800" indent="0">
              <a:buNone/>
              <a:defRPr sz="4320"/>
            </a:lvl6pPr>
            <a:lvl7pPr marL="13167360" indent="0">
              <a:buNone/>
              <a:defRPr sz="4320"/>
            </a:lvl7pPr>
            <a:lvl8pPr marL="15361920" indent="0">
              <a:buNone/>
              <a:defRPr sz="4320"/>
            </a:lvl8pPr>
            <a:lvl9pPr marL="17556480" indent="0">
              <a:buNone/>
              <a:defRPr sz="4320"/>
            </a:lvl9pPr>
          </a:lstStyle>
          <a:p>
            <a:pPr lvl="0"/>
            <a:r>
              <a:rPr lang="en-US"/>
              <a:t>Click to edit Master text styles</a:t>
            </a:r>
          </a:p>
        </p:txBody>
      </p:sp>
      <p:sp>
        <p:nvSpPr>
          <p:cNvPr id="3" name="Date Placeholder 2"/>
          <p:cNvSpPr>
            <a:spLocks noGrp="1"/>
          </p:cNvSpPr>
          <p:nvPr>
            <p:ph type="dt" sz="half" idx="10"/>
          </p:nvPr>
        </p:nvSpPr>
        <p:spPr/>
        <p:txBody>
          <a:bodyPr/>
          <a:lstStyle/>
          <a:p>
            <a:fld id="{163D97CC-475F-BE49-B579-6BFEF977A37E}" type="datetimeFigureOut">
              <a:rPr lang="en-US" smtClean="0"/>
              <a:t>9/3/2026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EC96AFA-303D-8042-85F3-1EA037B235F2}" type="slidenum">
              <a:rPr lang="en-US" smtClean="0"/>
              <a:t>‹#›</a:t>
            </a:fld>
            <a:endParaRPr lang="en-US"/>
          </a:p>
        </p:txBody>
      </p:sp>
    </p:spTree>
    <p:extLst>
      <p:ext uri="{BB962C8B-B14F-4D97-AF65-F5344CB8AC3E}">
        <p14:creationId xmlns:p14="http://schemas.microsoft.com/office/powerpoint/2010/main" val="256373171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6" name="Picture 5" descr="Slate-V2-S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64347" y="8765016"/>
            <a:ext cx="12139421" cy="8801078"/>
          </a:xfrm>
          <a:prstGeom prst="rect">
            <a:avLst/>
          </a:prstGeom>
        </p:spPr>
      </p:pic>
      <p:pic>
        <p:nvPicPr>
          <p:cNvPr id="28" name="Picture 27" descr="Slate-V2-S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810302" y="8765016"/>
            <a:ext cx="12139421" cy="8801078"/>
          </a:xfrm>
          <a:prstGeom prst="rect">
            <a:avLst/>
          </a:prstGeom>
        </p:spPr>
      </p:pic>
      <p:pic>
        <p:nvPicPr>
          <p:cNvPr id="29" name="Picture 28" descr="Slate-V2-S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424232" y="8765016"/>
            <a:ext cx="12139421" cy="8801078"/>
          </a:xfrm>
          <a:prstGeom prst="rect">
            <a:avLst/>
          </a:prstGeom>
        </p:spPr>
      </p:pic>
      <p:sp>
        <p:nvSpPr>
          <p:cNvPr id="30" name="Title 1"/>
          <p:cNvSpPr>
            <a:spLocks noGrp="1"/>
          </p:cNvSpPr>
          <p:nvPr>
            <p:ph type="title"/>
          </p:nvPr>
        </p:nvSpPr>
        <p:spPr>
          <a:xfrm>
            <a:off x="3289661" y="2926080"/>
            <a:ext cx="37273546" cy="465816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3289661" y="18739709"/>
            <a:ext cx="11883542" cy="2766058"/>
          </a:xfrm>
        </p:spPr>
        <p:txBody>
          <a:bodyPr anchor="b">
            <a:noAutofit/>
          </a:bodyPr>
          <a:lstStyle>
            <a:lvl1pPr marL="0" indent="0" algn="ctr">
              <a:buNone/>
              <a:defRPr sz="9600" b="0">
                <a:solidFill>
                  <a:schemeClr val="tx1"/>
                </a:solidFill>
              </a:defRPr>
            </a:lvl1pPr>
            <a:lvl2pPr marL="2194560" indent="0">
              <a:buNone/>
              <a:defRPr sz="9600" b="1"/>
            </a:lvl2pPr>
            <a:lvl3pPr marL="4389120" indent="0">
              <a:buNone/>
              <a:defRPr sz="8640" b="1"/>
            </a:lvl3pPr>
            <a:lvl4pPr marL="6583680" indent="0">
              <a:buNone/>
              <a:defRPr sz="7680" b="1"/>
            </a:lvl4pPr>
            <a:lvl5pPr marL="8778240" indent="0">
              <a:buNone/>
              <a:defRPr sz="7680" b="1"/>
            </a:lvl5pPr>
            <a:lvl6pPr marL="10972800" indent="0">
              <a:buNone/>
              <a:defRPr sz="7680" b="1"/>
            </a:lvl6pPr>
            <a:lvl7pPr marL="13167360" indent="0">
              <a:buNone/>
              <a:defRPr sz="7680" b="1"/>
            </a:lvl7pPr>
            <a:lvl8pPr marL="15361920" indent="0">
              <a:buNone/>
              <a:defRPr sz="7680" b="1"/>
            </a:lvl8pPr>
            <a:lvl9pPr marL="17556480" indent="0">
              <a:buNone/>
              <a:defRPr sz="7680" b="1"/>
            </a:lvl9pPr>
          </a:lstStyle>
          <a:p>
            <a:pPr lvl="0"/>
            <a:r>
              <a:rPr lang="en-US"/>
              <a:t>Click to edit Master text styles</a:t>
            </a:r>
          </a:p>
        </p:txBody>
      </p:sp>
      <p:sp>
        <p:nvSpPr>
          <p:cNvPr id="20" name="Picture Placeholder 2"/>
          <p:cNvSpPr>
            <a:spLocks noGrp="1" noChangeAspect="1"/>
          </p:cNvSpPr>
          <p:nvPr>
            <p:ph type="pic" idx="15"/>
          </p:nvPr>
        </p:nvSpPr>
        <p:spPr>
          <a:xfrm>
            <a:off x="3665170" y="9306807"/>
            <a:ext cx="11132525" cy="7694179"/>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7680"/>
            </a:lvl1pPr>
            <a:lvl2pPr marL="2194560" indent="0">
              <a:buNone/>
              <a:defRPr sz="7680"/>
            </a:lvl2pPr>
            <a:lvl3pPr marL="4389120" indent="0">
              <a:buNone/>
              <a:defRPr sz="7680"/>
            </a:lvl3pPr>
            <a:lvl4pPr marL="6583680" indent="0">
              <a:buNone/>
              <a:defRPr sz="7680"/>
            </a:lvl4pPr>
            <a:lvl5pPr marL="8778240" indent="0">
              <a:buNone/>
              <a:defRPr sz="7680"/>
            </a:lvl5pPr>
            <a:lvl6pPr marL="10972800" indent="0">
              <a:buNone/>
              <a:defRPr sz="7680"/>
            </a:lvl6pPr>
            <a:lvl7pPr marL="13167360" indent="0">
              <a:buNone/>
              <a:defRPr sz="7680"/>
            </a:lvl7pPr>
            <a:lvl8pPr marL="15361920" indent="0">
              <a:buNone/>
              <a:defRPr sz="7680"/>
            </a:lvl8pPr>
            <a:lvl9pPr marL="17556480" indent="0">
              <a:buNone/>
              <a:defRPr sz="7680"/>
            </a:lvl9pPr>
          </a:lstStyle>
          <a:p>
            <a:r>
              <a:rPr lang="en-US"/>
              <a:t>Click icon to add picture</a:t>
            </a:r>
            <a:endParaRPr lang="en-US" dirty="0"/>
          </a:p>
        </p:txBody>
      </p:sp>
      <p:sp>
        <p:nvSpPr>
          <p:cNvPr id="21" name="Text Placeholder 3"/>
          <p:cNvSpPr>
            <a:spLocks noGrp="1"/>
          </p:cNvSpPr>
          <p:nvPr>
            <p:ph type="body" sz="half" idx="18"/>
          </p:nvPr>
        </p:nvSpPr>
        <p:spPr>
          <a:xfrm>
            <a:off x="3289661" y="21505774"/>
            <a:ext cx="11883542" cy="6291998"/>
          </a:xfrm>
        </p:spPr>
        <p:txBody>
          <a:bodyPr anchor="t">
            <a:normAutofit/>
          </a:bodyPr>
          <a:lstStyle>
            <a:lvl1pPr marL="0" indent="0" algn="ctr">
              <a:buNone/>
              <a:defRPr sz="6720"/>
            </a:lvl1pPr>
            <a:lvl2pPr marL="2194560" indent="0">
              <a:buNone/>
              <a:defRPr sz="5760"/>
            </a:lvl2pPr>
            <a:lvl3pPr marL="4389120" indent="0">
              <a:buNone/>
              <a:defRPr sz="4800"/>
            </a:lvl3pPr>
            <a:lvl4pPr marL="6583680" indent="0">
              <a:buNone/>
              <a:defRPr sz="4320"/>
            </a:lvl4pPr>
            <a:lvl5pPr marL="8778240" indent="0">
              <a:buNone/>
              <a:defRPr sz="4320"/>
            </a:lvl5pPr>
            <a:lvl6pPr marL="10972800" indent="0">
              <a:buNone/>
              <a:defRPr sz="4320"/>
            </a:lvl6pPr>
            <a:lvl7pPr marL="13167360" indent="0">
              <a:buNone/>
              <a:defRPr sz="4320"/>
            </a:lvl7pPr>
            <a:lvl8pPr marL="15361920" indent="0">
              <a:buNone/>
              <a:defRPr sz="4320"/>
            </a:lvl8pPr>
            <a:lvl9pPr marL="17556480" indent="0">
              <a:buNone/>
              <a:defRPr sz="4320"/>
            </a:lvl9pPr>
          </a:lstStyle>
          <a:p>
            <a:pPr lvl="0"/>
            <a:r>
              <a:rPr lang="en-US"/>
              <a:t>Click to edit Master text styles</a:t>
            </a:r>
          </a:p>
        </p:txBody>
      </p:sp>
      <p:sp>
        <p:nvSpPr>
          <p:cNvPr id="22" name="Text Placeholder 4"/>
          <p:cNvSpPr>
            <a:spLocks noGrp="1"/>
          </p:cNvSpPr>
          <p:nvPr>
            <p:ph type="body" sz="quarter" idx="3"/>
          </p:nvPr>
        </p:nvSpPr>
        <p:spPr>
          <a:xfrm>
            <a:off x="15994037" y="18739709"/>
            <a:ext cx="11883542" cy="2766058"/>
          </a:xfrm>
        </p:spPr>
        <p:txBody>
          <a:bodyPr anchor="b">
            <a:noAutofit/>
          </a:bodyPr>
          <a:lstStyle>
            <a:lvl1pPr marL="0" indent="0" algn="ctr">
              <a:buNone/>
              <a:defRPr sz="9600" b="0">
                <a:solidFill>
                  <a:schemeClr val="tx1"/>
                </a:solidFill>
              </a:defRPr>
            </a:lvl1pPr>
            <a:lvl2pPr marL="2194560" indent="0">
              <a:buNone/>
              <a:defRPr sz="9600" b="1"/>
            </a:lvl2pPr>
            <a:lvl3pPr marL="4389120" indent="0">
              <a:buNone/>
              <a:defRPr sz="8640" b="1"/>
            </a:lvl3pPr>
            <a:lvl4pPr marL="6583680" indent="0">
              <a:buNone/>
              <a:defRPr sz="7680" b="1"/>
            </a:lvl4pPr>
            <a:lvl5pPr marL="8778240" indent="0">
              <a:buNone/>
              <a:defRPr sz="7680" b="1"/>
            </a:lvl5pPr>
            <a:lvl6pPr marL="10972800" indent="0">
              <a:buNone/>
              <a:defRPr sz="7680" b="1"/>
            </a:lvl6pPr>
            <a:lvl7pPr marL="13167360" indent="0">
              <a:buNone/>
              <a:defRPr sz="7680" b="1"/>
            </a:lvl7pPr>
            <a:lvl8pPr marL="15361920" indent="0">
              <a:buNone/>
              <a:defRPr sz="7680" b="1"/>
            </a:lvl8pPr>
            <a:lvl9pPr marL="17556480" indent="0">
              <a:buNone/>
              <a:defRPr sz="7680" b="1"/>
            </a:lvl9pPr>
          </a:lstStyle>
          <a:p>
            <a:pPr lvl="0"/>
            <a:r>
              <a:rPr lang="en-US"/>
              <a:t>Click to edit Master text styles</a:t>
            </a:r>
          </a:p>
        </p:txBody>
      </p:sp>
      <p:sp>
        <p:nvSpPr>
          <p:cNvPr id="23" name="Picture Placeholder 2"/>
          <p:cNvSpPr>
            <a:spLocks noGrp="1" noChangeAspect="1"/>
          </p:cNvSpPr>
          <p:nvPr>
            <p:ph type="pic" idx="21"/>
          </p:nvPr>
        </p:nvSpPr>
        <p:spPr>
          <a:xfrm>
            <a:off x="16364674" y="9307651"/>
            <a:ext cx="11132525" cy="7719187"/>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7680"/>
            </a:lvl1pPr>
            <a:lvl2pPr marL="2194560" indent="0">
              <a:buNone/>
              <a:defRPr sz="7680"/>
            </a:lvl2pPr>
            <a:lvl3pPr marL="4389120" indent="0">
              <a:buNone/>
              <a:defRPr sz="7680"/>
            </a:lvl3pPr>
            <a:lvl4pPr marL="6583680" indent="0">
              <a:buNone/>
              <a:defRPr sz="7680"/>
            </a:lvl4pPr>
            <a:lvl5pPr marL="8778240" indent="0">
              <a:buNone/>
              <a:defRPr sz="7680"/>
            </a:lvl5pPr>
            <a:lvl6pPr marL="10972800" indent="0">
              <a:buNone/>
              <a:defRPr sz="7680"/>
            </a:lvl6pPr>
            <a:lvl7pPr marL="13167360" indent="0">
              <a:buNone/>
              <a:defRPr sz="7680"/>
            </a:lvl7pPr>
            <a:lvl8pPr marL="15361920" indent="0">
              <a:buNone/>
              <a:defRPr sz="7680"/>
            </a:lvl8pPr>
            <a:lvl9pPr marL="17556480" indent="0">
              <a:buNone/>
              <a:defRPr sz="7680"/>
            </a:lvl9pPr>
          </a:lstStyle>
          <a:p>
            <a:r>
              <a:rPr lang="en-US"/>
              <a:t>Click icon to add picture</a:t>
            </a:r>
            <a:endParaRPr lang="en-US" dirty="0"/>
          </a:p>
        </p:txBody>
      </p:sp>
      <p:sp>
        <p:nvSpPr>
          <p:cNvPr id="24" name="Text Placeholder 3"/>
          <p:cNvSpPr>
            <a:spLocks noGrp="1"/>
          </p:cNvSpPr>
          <p:nvPr>
            <p:ph type="body" sz="half" idx="19"/>
          </p:nvPr>
        </p:nvSpPr>
        <p:spPr>
          <a:xfrm>
            <a:off x="15989163" y="21505769"/>
            <a:ext cx="11888414" cy="6291998"/>
          </a:xfrm>
        </p:spPr>
        <p:txBody>
          <a:bodyPr anchor="t">
            <a:normAutofit/>
          </a:bodyPr>
          <a:lstStyle>
            <a:lvl1pPr marL="0" indent="0" algn="ctr">
              <a:buNone/>
              <a:defRPr sz="6720"/>
            </a:lvl1pPr>
            <a:lvl2pPr marL="2194560" indent="0">
              <a:buNone/>
              <a:defRPr sz="5760"/>
            </a:lvl2pPr>
            <a:lvl3pPr marL="4389120" indent="0">
              <a:buNone/>
              <a:defRPr sz="4800"/>
            </a:lvl3pPr>
            <a:lvl4pPr marL="6583680" indent="0">
              <a:buNone/>
              <a:defRPr sz="4320"/>
            </a:lvl4pPr>
            <a:lvl5pPr marL="8778240" indent="0">
              <a:buNone/>
              <a:defRPr sz="4320"/>
            </a:lvl5pPr>
            <a:lvl6pPr marL="10972800" indent="0">
              <a:buNone/>
              <a:defRPr sz="4320"/>
            </a:lvl6pPr>
            <a:lvl7pPr marL="13167360" indent="0">
              <a:buNone/>
              <a:defRPr sz="4320"/>
            </a:lvl7pPr>
            <a:lvl8pPr marL="15361920" indent="0">
              <a:buNone/>
              <a:defRPr sz="4320"/>
            </a:lvl8pPr>
            <a:lvl9pPr marL="17556480" indent="0">
              <a:buNone/>
              <a:defRPr sz="4320"/>
            </a:lvl9pPr>
          </a:lstStyle>
          <a:p>
            <a:pPr lvl="0"/>
            <a:r>
              <a:rPr lang="en-US"/>
              <a:t>Click to edit Master text styles</a:t>
            </a:r>
          </a:p>
        </p:txBody>
      </p:sp>
      <p:sp>
        <p:nvSpPr>
          <p:cNvPr id="25" name="Text Placeholder 4"/>
          <p:cNvSpPr>
            <a:spLocks noGrp="1"/>
          </p:cNvSpPr>
          <p:nvPr>
            <p:ph type="body" sz="quarter" idx="13"/>
          </p:nvPr>
        </p:nvSpPr>
        <p:spPr>
          <a:xfrm>
            <a:off x="28680111" y="18739709"/>
            <a:ext cx="11883542" cy="2766058"/>
          </a:xfrm>
        </p:spPr>
        <p:txBody>
          <a:bodyPr anchor="b">
            <a:noAutofit/>
          </a:bodyPr>
          <a:lstStyle>
            <a:lvl1pPr marL="0" indent="0" algn="ctr">
              <a:buNone/>
              <a:defRPr sz="9600" b="0">
                <a:solidFill>
                  <a:schemeClr val="tx1"/>
                </a:solidFill>
              </a:defRPr>
            </a:lvl1pPr>
            <a:lvl2pPr marL="2194560" indent="0">
              <a:buNone/>
              <a:defRPr sz="9600" b="1"/>
            </a:lvl2pPr>
            <a:lvl3pPr marL="4389120" indent="0">
              <a:buNone/>
              <a:defRPr sz="8640" b="1"/>
            </a:lvl3pPr>
            <a:lvl4pPr marL="6583680" indent="0">
              <a:buNone/>
              <a:defRPr sz="7680" b="1"/>
            </a:lvl4pPr>
            <a:lvl5pPr marL="8778240" indent="0">
              <a:buNone/>
              <a:defRPr sz="7680" b="1"/>
            </a:lvl5pPr>
            <a:lvl6pPr marL="10972800" indent="0">
              <a:buNone/>
              <a:defRPr sz="7680" b="1"/>
            </a:lvl6pPr>
            <a:lvl7pPr marL="13167360" indent="0">
              <a:buNone/>
              <a:defRPr sz="7680" b="1"/>
            </a:lvl7pPr>
            <a:lvl8pPr marL="15361920" indent="0">
              <a:buNone/>
              <a:defRPr sz="7680" b="1"/>
            </a:lvl8pPr>
            <a:lvl9pPr marL="17556480" indent="0">
              <a:buNone/>
              <a:defRPr sz="7680" b="1"/>
            </a:lvl9pPr>
          </a:lstStyle>
          <a:p>
            <a:pPr lvl="0"/>
            <a:r>
              <a:rPr lang="en-US"/>
              <a:t>Click to edit Master text styles</a:t>
            </a:r>
          </a:p>
        </p:txBody>
      </p:sp>
      <p:sp>
        <p:nvSpPr>
          <p:cNvPr id="26" name="Picture Placeholder 2"/>
          <p:cNvSpPr>
            <a:spLocks noGrp="1" noChangeAspect="1"/>
          </p:cNvSpPr>
          <p:nvPr>
            <p:ph type="pic" idx="22"/>
          </p:nvPr>
        </p:nvSpPr>
        <p:spPr>
          <a:xfrm>
            <a:off x="29072515" y="9285274"/>
            <a:ext cx="11132525" cy="7715011"/>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7680"/>
            </a:lvl1pPr>
            <a:lvl2pPr marL="2194560" indent="0">
              <a:buNone/>
              <a:defRPr sz="7680"/>
            </a:lvl2pPr>
            <a:lvl3pPr marL="4389120" indent="0">
              <a:buNone/>
              <a:defRPr sz="7680"/>
            </a:lvl3pPr>
            <a:lvl4pPr marL="6583680" indent="0">
              <a:buNone/>
              <a:defRPr sz="7680"/>
            </a:lvl4pPr>
            <a:lvl5pPr marL="8778240" indent="0">
              <a:buNone/>
              <a:defRPr sz="7680"/>
            </a:lvl5pPr>
            <a:lvl6pPr marL="10972800" indent="0">
              <a:buNone/>
              <a:defRPr sz="7680"/>
            </a:lvl6pPr>
            <a:lvl7pPr marL="13167360" indent="0">
              <a:buNone/>
              <a:defRPr sz="7680"/>
            </a:lvl7pPr>
            <a:lvl8pPr marL="15361920" indent="0">
              <a:buNone/>
              <a:defRPr sz="7680"/>
            </a:lvl8pPr>
            <a:lvl9pPr marL="17556480" indent="0">
              <a:buNone/>
              <a:defRPr sz="7680"/>
            </a:lvl9pPr>
          </a:lstStyle>
          <a:p>
            <a:r>
              <a:rPr lang="en-US"/>
              <a:t>Click icon to add picture</a:t>
            </a:r>
            <a:endParaRPr lang="en-US" dirty="0"/>
          </a:p>
        </p:txBody>
      </p:sp>
      <p:sp>
        <p:nvSpPr>
          <p:cNvPr id="27" name="Text Placeholder 3"/>
          <p:cNvSpPr>
            <a:spLocks noGrp="1"/>
          </p:cNvSpPr>
          <p:nvPr>
            <p:ph type="body" sz="half" idx="20"/>
          </p:nvPr>
        </p:nvSpPr>
        <p:spPr>
          <a:xfrm>
            <a:off x="28679659" y="21505759"/>
            <a:ext cx="11883542" cy="6292008"/>
          </a:xfrm>
        </p:spPr>
        <p:txBody>
          <a:bodyPr anchor="t">
            <a:normAutofit/>
          </a:bodyPr>
          <a:lstStyle>
            <a:lvl1pPr marL="0" indent="0" algn="ctr">
              <a:buNone/>
              <a:defRPr sz="6720"/>
            </a:lvl1pPr>
            <a:lvl2pPr marL="2194560" indent="0">
              <a:buNone/>
              <a:defRPr sz="5760"/>
            </a:lvl2pPr>
            <a:lvl3pPr marL="4389120" indent="0">
              <a:buNone/>
              <a:defRPr sz="4800"/>
            </a:lvl3pPr>
            <a:lvl4pPr marL="6583680" indent="0">
              <a:buNone/>
              <a:defRPr sz="4320"/>
            </a:lvl4pPr>
            <a:lvl5pPr marL="8778240" indent="0">
              <a:buNone/>
              <a:defRPr sz="4320"/>
            </a:lvl5pPr>
            <a:lvl6pPr marL="10972800" indent="0">
              <a:buNone/>
              <a:defRPr sz="4320"/>
            </a:lvl6pPr>
            <a:lvl7pPr marL="13167360" indent="0">
              <a:buNone/>
              <a:defRPr sz="4320"/>
            </a:lvl7pPr>
            <a:lvl8pPr marL="15361920" indent="0">
              <a:buNone/>
              <a:defRPr sz="4320"/>
            </a:lvl8pPr>
            <a:lvl9pPr marL="17556480" indent="0">
              <a:buNone/>
              <a:defRPr sz="4320"/>
            </a:lvl9pPr>
          </a:lstStyle>
          <a:p>
            <a:pPr lvl="0"/>
            <a:r>
              <a:rPr lang="en-US"/>
              <a:t>Click to edit Master text styles</a:t>
            </a:r>
          </a:p>
        </p:txBody>
      </p:sp>
      <p:sp>
        <p:nvSpPr>
          <p:cNvPr id="3" name="Date Placeholder 2"/>
          <p:cNvSpPr>
            <a:spLocks noGrp="1"/>
          </p:cNvSpPr>
          <p:nvPr>
            <p:ph type="dt" sz="half" idx="10"/>
          </p:nvPr>
        </p:nvSpPr>
        <p:spPr/>
        <p:txBody>
          <a:bodyPr/>
          <a:lstStyle/>
          <a:p>
            <a:fld id="{163D97CC-475F-BE49-B579-6BFEF977A37E}" type="datetimeFigureOut">
              <a:rPr lang="en-US" smtClean="0"/>
              <a:t>9/3/2026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EC96AFA-303D-8042-85F3-1EA037B235F2}" type="slidenum">
              <a:rPr lang="en-US" smtClean="0"/>
              <a:t>‹#›</a:t>
            </a:fld>
            <a:endParaRPr lang="en-US"/>
          </a:p>
        </p:txBody>
      </p:sp>
    </p:spTree>
    <p:extLst>
      <p:ext uri="{BB962C8B-B14F-4D97-AF65-F5344CB8AC3E}">
        <p14:creationId xmlns:p14="http://schemas.microsoft.com/office/powerpoint/2010/main" val="133793084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63D97CC-475F-BE49-B579-6BFEF977A37E}" type="datetimeFigureOut">
              <a:rPr lang="en-US" smtClean="0"/>
              <a:t>9/3/2026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EC96AFA-303D-8042-85F3-1EA037B235F2}" type="slidenum">
              <a:rPr lang="en-US" smtClean="0"/>
              <a:t>‹#›</a:t>
            </a:fld>
            <a:endParaRPr lang="en-US"/>
          </a:p>
        </p:txBody>
      </p:sp>
    </p:spTree>
    <p:extLst>
      <p:ext uri="{BB962C8B-B14F-4D97-AF65-F5344CB8AC3E}">
        <p14:creationId xmlns:p14="http://schemas.microsoft.com/office/powerpoint/2010/main" val="238388708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32339052" y="2926082"/>
            <a:ext cx="8224152" cy="24871685"/>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3289666" y="2926082"/>
            <a:ext cx="28500739" cy="24871685"/>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63D97CC-475F-BE49-B579-6BFEF977A37E}" type="datetimeFigureOut">
              <a:rPr lang="en-US" smtClean="0"/>
              <a:t>9/3/2026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EC96AFA-303D-8042-85F3-1EA037B235F2}" type="slidenum">
              <a:rPr lang="en-US" smtClean="0"/>
              <a:t>‹#›</a:t>
            </a:fld>
            <a:endParaRPr lang="en-US"/>
          </a:p>
        </p:txBody>
      </p:sp>
    </p:spTree>
    <p:extLst>
      <p:ext uri="{BB962C8B-B14F-4D97-AF65-F5344CB8AC3E}">
        <p14:creationId xmlns:p14="http://schemas.microsoft.com/office/powerpoint/2010/main" val="701277221"/>
      </p:ext>
    </p:extLst>
  </p:cSld>
  <p:clrMapOvr>
    <a:masterClrMapping/>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289661" y="2926080"/>
            <a:ext cx="37273546" cy="4658160"/>
          </a:xfrm>
          <a:prstGeom prst="rect">
            <a:avLst/>
          </a:prstGeom>
          <a:effectLst>
            <a:outerShdw blurRad="25400" dir="17880000">
              <a:srgbClr val="000000">
                <a:alpha val="46000"/>
              </a:srgbClr>
            </a:outerShdw>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3289661" y="8315762"/>
            <a:ext cx="37273546" cy="19482005"/>
          </a:xfrm>
          <a:prstGeom prst="rect">
            <a:avLst/>
          </a:prstGeom>
          <a:effectLst>
            <a:outerShdw blurRad="25400" dir="17880000">
              <a:srgbClr val="000000">
                <a:alpha val="46000"/>
              </a:srgbClr>
            </a:outerShdw>
          </a:effectLst>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27643450" y="28239727"/>
            <a:ext cx="9875520" cy="1752600"/>
          </a:xfrm>
          <a:prstGeom prst="rect">
            <a:avLst/>
          </a:prstGeom>
        </p:spPr>
        <p:txBody>
          <a:bodyPr vert="horz" lIns="91440" tIns="45720" rIns="91440" bIns="45720" rtlCol="0" anchor="ctr"/>
          <a:lstStyle>
            <a:lvl1pPr algn="r">
              <a:defRPr sz="4800">
                <a:solidFill>
                  <a:schemeClr val="tx1">
                    <a:lumMod val="95000"/>
                  </a:schemeClr>
                </a:solidFill>
                <a:effectLst>
                  <a:outerShdw blurRad="50800" dist="38100" dir="2700000" algn="tl" rotWithShape="0">
                    <a:schemeClr val="bg1">
                      <a:alpha val="43000"/>
                    </a:schemeClr>
                  </a:outerShdw>
                </a:effectLst>
              </a:defRPr>
            </a:lvl1pPr>
          </a:lstStyle>
          <a:p>
            <a:fld id="{163D97CC-475F-BE49-B579-6BFEF977A37E}" type="datetimeFigureOut">
              <a:rPr lang="en-US" smtClean="0"/>
              <a:t>9/3/2026</a:t>
            </a:fld>
            <a:endParaRPr lang="en-US"/>
          </a:p>
        </p:txBody>
      </p:sp>
      <p:sp>
        <p:nvSpPr>
          <p:cNvPr id="5" name="Footer Placeholder 4"/>
          <p:cNvSpPr>
            <a:spLocks noGrp="1"/>
          </p:cNvSpPr>
          <p:nvPr>
            <p:ph type="ftr" sz="quarter" idx="3"/>
          </p:nvPr>
        </p:nvSpPr>
        <p:spPr>
          <a:xfrm>
            <a:off x="3289668" y="28239727"/>
            <a:ext cx="24022315" cy="1752600"/>
          </a:xfrm>
          <a:prstGeom prst="rect">
            <a:avLst/>
          </a:prstGeom>
        </p:spPr>
        <p:txBody>
          <a:bodyPr vert="horz" lIns="91440" tIns="45720" rIns="91440" bIns="45720" rtlCol="0" anchor="ctr"/>
          <a:lstStyle>
            <a:lvl1pPr algn="l">
              <a:defRPr sz="4800">
                <a:solidFill>
                  <a:schemeClr val="tx1">
                    <a:lumMod val="95000"/>
                  </a:schemeClr>
                </a:solidFill>
                <a:effectLst>
                  <a:outerShdw blurRad="50800" dist="38100" dir="2700000" algn="tl" rotWithShape="0">
                    <a:schemeClr val="bg1">
                      <a:alpha val="43000"/>
                    </a:schemeClr>
                  </a:outerShdw>
                </a:effectLst>
              </a:defRPr>
            </a:lvl1pPr>
          </a:lstStyle>
          <a:p>
            <a:endParaRPr lang="en-US"/>
          </a:p>
        </p:txBody>
      </p:sp>
      <p:sp>
        <p:nvSpPr>
          <p:cNvPr id="6" name="Slide Number Placeholder 5"/>
          <p:cNvSpPr>
            <a:spLocks noGrp="1"/>
          </p:cNvSpPr>
          <p:nvPr>
            <p:ph type="sldNum" sz="quarter" idx="4"/>
          </p:nvPr>
        </p:nvSpPr>
        <p:spPr>
          <a:xfrm>
            <a:off x="37850446" y="28239727"/>
            <a:ext cx="2712763" cy="1752600"/>
          </a:xfrm>
          <a:prstGeom prst="rect">
            <a:avLst/>
          </a:prstGeom>
        </p:spPr>
        <p:txBody>
          <a:bodyPr vert="horz" lIns="91440" tIns="45720" rIns="91440" bIns="45720" rtlCol="0" anchor="ctr"/>
          <a:lstStyle>
            <a:lvl1pPr algn="r">
              <a:defRPr sz="4800">
                <a:solidFill>
                  <a:schemeClr val="tx1">
                    <a:lumMod val="95000"/>
                  </a:schemeClr>
                </a:solidFill>
                <a:effectLst>
                  <a:outerShdw blurRad="50800" dist="38100" dir="2700000" algn="tl" rotWithShape="0">
                    <a:schemeClr val="bg1">
                      <a:alpha val="43000"/>
                    </a:schemeClr>
                  </a:outerShdw>
                </a:effectLst>
              </a:defRPr>
            </a:lvl1pPr>
          </a:lstStyle>
          <a:p>
            <a:fld id="{BEC96AFA-303D-8042-85F3-1EA037B235F2}" type="slidenum">
              <a:rPr lang="en-US" smtClean="0"/>
              <a:t>‹#›</a:t>
            </a:fld>
            <a:endParaRPr lang="en-US"/>
          </a:p>
        </p:txBody>
      </p:sp>
    </p:spTree>
    <p:extLst>
      <p:ext uri="{BB962C8B-B14F-4D97-AF65-F5344CB8AC3E}">
        <p14:creationId xmlns:p14="http://schemas.microsoft.com/office/powerpoint/2010/main" val="736249571"/>
      </p:ext>
    </p:extLst>
  </p:cSld>
  <p:clrMap bg1="dk1" tx1="lt1" bg2="dk2" tx2="lt2" accent1="accent1" accent2="accent2" accent3="accent3" accent4="accent4" accent5="accent5" accent6="accent6" hlink="hlink" folHlink="folHlink"/>
  <p:sldLayoutIdLst>
    <p:sldLayoutId id="2147483841" r:id="rId1"/>
    <p:sldLayoutId id="2147483842" r:id="rId2"/>
    <p:sldLayoutId id="2147483843" r:id="rId3"/>
    <p:sldLayoutId id="2147483844" r:id="rId4"/>
    <p:sldLayoutId id="2147483845" r:id="rId5"/>
    <p:sldLayoutId id="2147483846" r:id="rId6"/>
    <p:sldLayoutId id="2147483847" r:id="rId7"/>
    <p:sldLayoutId id="2147483848" r:id="rId8"/>
    <p:sldLayoutId id="2147483849" r:id="rId9"/>
    <p:sldLayoutId id="2147483850" r:id="rId10"/>
    <p:sldLayoutId id="2147483851" r:id="rId11"/>
    <p:sldLayoutId id="2147483852" r:id="rId12"/>
    <p:sldLayoutId id="2147483853" r:id="rId13"/>
    <p:sldLayoutId id="2147483854" r:id="rId14"/>
    <p:sldLayoutId id="2147483855" r:id="rId15"/>
    <p:sldLayoutId id="2147483856" r:id="rId16"/>
    <p:sldLayoutId id="2147483857" r:id="rId17"/>
  </p:sldLayoutIdLst>
  <p:txStyles>
    <p:titleStyle>
      <a:lvl1pPr algn="ctr" defTabSz="2194560" rtl="0" eaLnBrk="1" latinLnBrk="0" hangingPunct="1">
        <a:spcBef>
          <a:spcPct val="0"/>
        </a:spcBef>
        <a:buNone/>
        <a:defRPr sz="192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1645920" indent="-1468800" algn="l" defTabSz="2194560" rtl="0" eaLnBrk="1" latinLnBrk="0" hangingPunct="1">
        <a:spcBef>
          <a:spcPct val="20000"/>
        </a:spcBef>
        <a:spcAft>
          <a:spcPts val="2880"/>
        </a:spcAft>
        <a:buClr>
          <a:schemeClr val="tx2"/>
        </a:buClr>
        <a:buSzPct val="70000"/>
        <a:buFont typeface="Wingdings 2" charset="2"/>
        <a:buChar char=""/>
        <a:defRPr sz="9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3456000" indent="-1296000" algn="l" defTabSz="2194560" rtl="0" eaLnBrk="1" latinLnBrk="0" hangingPunct="1">
        <a:spcBef>
          <a:spcPct val="20000"/>
        </a:spcBef>
        <a:spcAft>
          <a:spcPts val="2880"/>
        </a:spcAft>
        <a:buClr>
          <a:schemeClr val="tx2"/>
        </a:buClr>
        <a:buSzPct val="70000"/>
        <a:buFont typeface="Wingdings 2" charset="2"/>
        <a:buChar char=""/>
        <a:defRPr sz="864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4924800" indent="-1036800" algn="l" defTabSz="2194560" rtl="0" eaLnBrk="1" latinLnBrk="0" hangingPunct="1">
        <a:spcBef>
          <a:spcPct val="20000"/>
        </a:spcBef>
        <a:spcAft>
          <a:spcPts val="2880"/>
        </a:spcAft>
        <a:buClr>
          <a:schemeClr val="tx2"/>
        </a:buClr>
        <a:buSzPct val="70000"/>
        <a:buFont typeface="Wingdings 2" charset="2"/>
        <a:buChar char=""/>
        <a:defRPr sz="768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6652800" indent="-1036800" algn="l" defTabSz="2194560" rtl="0" eaLnBrk="1" latinLnBrk="0" hangingPunct="1">
        <a:spcBef>
          <a:spcPct val="20000"/>
        </a:spcBef>
        <a:spcAft>
          <a:spcPts val="2880"/>
        </a:spcAft>
        <a:buClr>
          <a:schemeClr val="tx2"/>
        </a:buClr>
        <a:buSzPct val="70000"/>
        <a:buFont typeface="Wingdings 2" charset="2"/>
        <a:buChar char=""/>
        <a:defRPr sz="672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8035200" indent="-1036800" algn="l" defTabSz="2194560" rtl="0" eaLnBrk="1" latinLnBrk="0" hangingPunct="1">
        <a:spcBef>
          <a:spcPct val="20000"/>
        </a:spcBef>
        <a:spcAft>
          <a:spcPts val="2880"/>
        </a:spcAft>
        <a:buClr>
          <a:schemeClr val="tx2"/>
        </a:buClr>
        <a:buSzPct val="70000"/>
        <a:buFont typeface="Wingdings 2" charset="2"/>
        <a:buChar char=""/>
        <a:defRPr sz="672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9670080" indent="-1097280" algn="l" defTabSz="2194560" rtl="0" eaLnBrk="1" latinLnBrk="0" hangingPunct="1">
        <a:spcBef>
          <a:spcPct val="20000"/>
        </a:spcBef>
        <a:spcAft>
          <a:spcPts val="2880"/>
        </a:spcAft>
        <a:buClr>
          <a:schemeClr val="tx2"/>
        </a:buClr>
        <a:buSzPct val="70000"/>
        <a:buFont typeface="Wingdings 2" charset="2"/>
        <a:buChar char=""/>
        <a:defRPr sz="672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11528640" indent="-1097280" algn="l" defTabSz="2194560" rtl="0" eaLnBrk="1" latinLnBrk="0" hangingPunct="1">
        <a:spcBef>
          <a:spcPct val="20000"/>
        </a:spcBef>
        <a:spcAft>
          <a:spcPts val="2880"/>
        </a:spcAft>
        <a:buClr>
          <a:schemeClr val="tx2"/>
        </a:buClr>
        <a:buSzPct val="70000"/>
        <a:buFont typeface="Wingdings 2" charset="2"/>
        <a:buChar char=""/>
        <a:defRPr sz="672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13387200" indent="-1097280" algn="l" defTabSz="2194560" rtl="0" eaLnBrk="1" latinLnBrk="0" hangingPunct="1">
        <a:spcBef>
          <a:spcPct val="20000"/>
        </a:spcBef>
        <a:spcAft>
          <a:spcPts val="2880"/>
        </a:spcAft>
        <a:buClr>
          <a:schemeClr val="tx2"/>
        </a:buClr>
        <a:buSzPct val="70000"/>
        <a:buFont typeface="Wingdings 2" charset="2"/>
        <a:buChar char=""/>
        <a:defRPr sz="672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14909760" indent="-1097280" algn="l" defTabSz="2194560" rtl="0" eaLnBrk="1" latinLnBrk="0" hangingPunct="1">
        <a:spcBef>
          <a:spcPct val="20000"/>
        </a:spcBef>
        <a:spcAft>
          <a:spcPts val="2880"/>
        </a:spcAft>
        <a:buClr>
          <a:schemeClr val="tx2"/>
        </a:buClr>
        <a:buSzPct val="70000"/>
        <a:buFont typeface="Wingdings 2" charset="2"/>
        <a:buChar char=""/>
        <a:defRPr sz="672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p:bodyStyle>
    <p:otherStyle>
      <a:defPPr>
        <a:defRPr lang="en-US"/>
      </a:defPPr>
      <a:lvl1pPr marL="0" algn="l" defTabSz="2194560" rtl="0" eaLnBrk="1" latinLnBrk="0" hangingPunct="1">
        <a:defRPr sz="8640" kern="1200">
          <a:solidFill>
            <a:schemeClr val="tx1"/>
          </a:solidFill>
          <a:latin typeface="+mn-lt"/>
          <a:ea typeface="+mn-ea"/>
          <a:cs typeface="+mn-cs"/>
        </a:defRPr>
      </a:lvl1pPr>
      <a:lvl2pPr marL="2194560" algn="l" defTabSz="2194560" rtl="0" eaLnBrk="1" latinLnBrk="0" hangingPunct="1">
        <a:defRPr sz="8640" kern="1200">
          <a:solidFill>
            <a:schemeClr val="tx1"/>
          </a:solidFill>
          <a:latin typeface="+mn-lt"/>
          <a:ea typeface="+mn-ea"/>
          <a:cs typeface="+mn-cs"/>
        </a:defRPr>
      </a:lvl2pPr>
      <a:lvl3pPr marL="4389120" algn="l" defTabSz="2194560" rtl="0" eaLnBrk="1" latinLnBrk="0" hangingPunct="1">
        <a:defRPr sz="8640" kern="1200">
          <a:solidFill>
            <a:schemeClr val="tx1"/>
          </a:solidFill>
          <a:latin typeface="+mn-lt"/>
          <a:ea typeface="+mn-ea"/>
          <a:cs typeface="+mn-cs"/>
        </a:defRPr>
      </a:lvl3pPr>
      <a:lvl4pPr marL="6583680" algn="l" defTabSz="2194560" rtl="0" eaLnBrk="1" latinLnBrk="0" hangingPunct="1">
        <a:defRPr sz="8640" kern="1200">
          <a:solidFill>
            <a:schemeClr val="tx1"/>
          </a:solidFill>
          <a:latin typeface="+mn-lt"/>
          <a:ea typeface="+mn-ea"/>
          <a:cs typeface="+mn-cs"/>
        </a:defRPr>
      </a:lvl4pPr>
      <a:lvl5pPr marL="8778240" algn="l" defTabSz="2194560" rtl="0" eaLnBrk="1" latinLnBrk="0" hangingPunct="1">
        <a:defRPr sz="8640" kern="1200">
          <a:solidFill>
            <a:schemeClr val="tx1"/>
          </a:solidFill>
          <a:latin typeface="+mn-lt"/>
          <a:ea typeface="+mn-ea"/>
          <a:cs typeface="+mn-cs"/>
        </a:defRPr>
      </a:lvl5pPr>
      <a:lvl6pPr marL="10972800" algn="l" defTabSz="2194560" rtl="0" eaLnBrk="1" latinLnBrk="0" hangingPunct="1">
        <a:defRPr sz="8640" kern="1200">
          <a:solidFill>
            <a:schemeClr val="tx1"/>
          </a:solidFill>
          <a:latin typeface="+mn-lt"/>
          <a:ea typeface="+mn-ea"/>
          <a:cs typeface="+mn-cs"/>
        </a:defRPr>
      </a:lvl6pPr>
      <a:lvl7pPr marL="13167360" algn="l" defTabSz="2194560" rtl="0" eaLnBrk="1" latinLnBrk="0" hangingPunct="1">
        <a:defRPr sz="8640" kern="1200">
          <a:solidFill>
            <a:schemeClr val="tx1"/>
          </a:solidFill>
          <a:latin typeface="+mn-lt"/>
          <a:ea typeface="+mn-ea"/>
          <a:cs typeface="+mn-cs"/>
        </a:defRPr>
      </a:lvl7pPr>
      <a:lvl8pPr marL="15361920" algn="l" defTabSz="2194560" rtl="0" eaLnBrk="1" latinLnBrk="0" hangingPunct="1">
        <a:defRPr sz="8640" kern="1200">
          <a:solidFill>
            <a:schemeClr val="tx1"/>
          </a:solidFill>
          <a:latin typeface="+mn-lt"/>
          <a:ea typeface="+mn-ea"/>
          <a:cs typeface="+mn-cs"/>
        </a:defRPr>
      </a:lvl8pPr>
      <a:lvl9pPr marL="17556480" algn="l" defTabSz="2194560" rtl="0" eaLnBrk="1" latinLnBrk="0" hangingPunct="1">
        <a:defRPr sz="864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6.jpg"/><Relationship Id="rId4" Type="http://schemas.openxmlformats.org/officeDocument/2006/relationships/image" Target="../media/image7.png"/><Relationship Id="rId5" Type="http://schemas.openxmlformats.org/officeDocument/2006/relationships/image" Target="../media/image8.png"/><Relationship Id="rId6" Type="http://schemas.openxmlformats.org/officeDocument/2006/relationships/image" Target="../media/image9.png"/><Relationship Id="rId7" Type="http://schemas.openxmlformats.org/officeDocument/2006/relationships/image" Target="../media/image10.png"/><Relationship Id="rId8" Type="http://schemas.openxmlformats.org/officeDocument/2006/relationships/image" Target="../media/image1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68F610-5E25-C02F-4785-351AC651288F}"/>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B3039183-8738-C635-5157-3D9EC402F895}"/>
              </a:ext>
            </a:extLst>
          </p:cNvPr>
          <p:cNvSpPr txBox="1"/>
          <p:nvPr/>
        </p:nvSpPr>
        <p:spPr>
          <a:xfrm>
            <a:off x="685278" y="278782"/>
            <a:ext cx="42721119" cy="3619515"/>
          </a:xfrm>
          <a:prstGeom prst="rect">
            <a:avLst/>
          </a:prstGeom>
          <a:ln w="12700" cap="rnd" cmpd="sng">
            <a:solidFill>
              <a:schemeClr val="bg1"/>
            </a:solidFill>
            <a:round/>
          </a:ln>
          <a:effectLst/>
        </p:spPr>
        <p:style>
          <a:lnRef idx="2">
            <a:schemeClr val="dk1"/>
          </a:lnRef>
          <a:fillRef idx="1">
            <a:schemeClr val="lt1"/>
          </a:fillRef>
          <a:effectRef idx="0">
            <a:schemeClr val="dk1"/>
          </a:effectRef>
          <a:fontRef idx="minor">
            <a:schemeClr val="dk1"/>
          </a:fontRef>
        </p:style>
        <p:txBody>
          <a:bodyPr wrap="square" lIns="414591" tIns="207295" rIns="414591" bIns="207295" rtlCol="0" anchor="t" anchorCtr="0">
            <a:spAutoFit/>
          </a:bodyPr>
          <a:lstStyle/>
          <a:p>
            <a:pPr algn="ctr">
              <a:lnSpc>
                <a:spcPct val="100000"/>
              </a:lnSpc>
            </a:pPr>
            <a:r>
              <a:rPr sz="5200" b="1" i="0">
                <a:solidFill>
                  <a:srgbClr val="000000"/>
                </a:solidFill>
                <a:latin typeface="Times New Roman"/>
              </a:rPr>
              <a:t>MENTAL HEALTH AND PSYCHOSOCIAL OUTCOMES AMONG INDIVIDUALS WITH</a:t>
            </a:r>
          </a:p>
          <a:p>
            <a:pPr algn="ctr">
              <a:lnSpc>
                <a:spcPct val="100000"/>
              </a:lnSpc>
            </a:pPr>
            <a:r>
              <a:rPr sz="5200" b="1" i="0">
                <a:solidFill>
                  <a:srgbClr val="000000"/>
                </a:solidFill>
                <a:latin typeface="Times New Roman"/>
              </a:rPr>
              <a:t>MAYER-ROKITANSKY-KÜSTER-HAUSER (MRKH) SYNDROME: A SCOPING REVIEW</a:t>
            </a:r>
          </a:p>
          <a:p>
            <a:pPr algn="ctr">
              <a:lnSpc>
                <a:spcPct val="100000"/>
              </a:lnSpc>
            </a:pPr>
            <a:r>
              <a:rPr sz="4400" b="0" i="0">
                <a:solidFill>
                  <a:srgbClr val="000000"/>
                </a:solidFill>
                <a:latin typeface="Times New Roman"/>
              </a:rPr>
              <a:t>Ifeoluwanimi P. Shobayo, BSc, MSPHc, Paul Okojie, PhD, Robyn Anderson, PhD</a:t>
            </a:r>
          </a:p>
          <a:p>
            <a:pPr algn="ctr">
              <a:lnSpc>
                <a:spcPct val="100000"/>
              </a:lnSpc>
            </a:pPr>
            <a:r>
              <a:rPr sz="3400" b="0" i="0">
                <a:solidFill>
                  <a:srgbClr val="000000"/>
                </a:solidFill>
                <a:latin typeface="Times New Roman"/>
              </a:rPr>
              <a:t>Department of Public and Community Health, Liberty University</a:t>
            </a:r>
          </a:p>
        </p:txBody>
      </p:sp>
      <p:pic>
        <p:nvPicPr>
          <p:cNvPr id="77" name="Picture 76">
            <a:extLst>
              <a:ext uri="{FF2B5EF4-FFF2-40B4-BE49-F238E27FC236}">
                <a16:creationId xmlns:a16="http://schemas.microsoft.com/office/drawing/2014/main" id="{8C9C05FA-58BE-53E6-927D-097819D54A2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16561" y="949846"/>
            <a:ext cx="4580142" cy="1486682"/>
          </a:xfrm>
          <a:prstGeom prst="rect">
            <a:avLst/>
          </a:prstGeom>
        </p:spPr>
      </p:pic>
      <p:sp>
        <p:nvSpPr>
          <p:cNvPr id="305" name="TextBox 304">
            <a:extLst>
              <a:ext uri="{FF2B5EF4-FFF2-40B4-BE49-F238E27FC236}">
                <a16:creationId xmlns:a16="http://schemas.microsoft.com/office/drawing/2014/main" id="{A065416B-4327-02A8-9591-8B9DE4E9BA73}"/>
              </a:ext>
            </a:extLst>
          </p:cNvPr>
          <p:cNvSpPr txBox="1"/>
          <p:nvPr/>
        </p:nvSpPr>
        <p:spPr>
          <a:xfrm>
            <a:off x="10871631" y="4220388"/>
            <a:ext cx="22559807" cy="28137863"/>
          </a:xfrm>
          <a:prstGeom prst="rect">
            <a:avLst/>
          </a:prstGeom>
          <a:solidFill>
            <a:srgbClr val="FFFFFF"/>
          </a:solidFill>
          <a:ln cap="rnd">
            <a:solidFill>
              <a:schemeClr val="bg1"/>
            </a:solidFill>
          </a:ln>
        </p:spPr>
        <p:txBody>
          <a:bodyPr wrap="square" lIns="182880" rIns="182880" rtlCol="0">
            <a:noAutofit/>
          </a:bodyPr>
          <a:lstStyle/>
          <a:p>
            <a:pPr algn="just"/>
            <a:endParaRPr lang="en-US" sz="1800" dirty="0">
              <a:solidFill>
                <a:schemeClr val="bg1"/>
              </a:solidFill>
              <a:latin typeface="Times New Roman"/>
              <a:cs typeface="Times New Roman"/>
            </a:endParaRPr>
          </a:p>
        </p:txBody>
      </p:sp>
      <p:sp>
        <p:nvSpPr>
          <p:cNvPr id="309" name="TextBox 308">
            <a:extLst>
              <a:ext uri="{FF2B5EF4-FFF2-40B4-BE49-F238E27FC236}">
                <a16:creationId xmlns:a16="http://schemas.microsoft.com/office/drawing/2014/main" id="{E262B778-3A7B-F270-6B03-864EB2DE932B}"/>
              </a:ext>
            </a:extLst>
          </p:cNvPr>
          <p:cNvSpPr txBox="1"/>
          <p:nvPr/>
        </p:nvSpPr>
        <p:spPr>
          <a:xfrm>
            <a:off x="703565" y="5068259"/>
            <a:ext cx="9407040" cy="6011262"/>
          </a:xfrm>
          <a:prstGeom prst="rect">
            <a:avLst/>
          </a:prstGeom>
          <a:solidFill>
            <a:schemeClr val="tx1"/>
          </a:solidFill>
          <a:ln>
            <a:solidFill>
              <a:schemeClr val="bg1"/>
            </a:solidFill>
          </a:ln>
        </p:spPr>
        <p:txBody>
          <a:bodyPr wrap="square" lIns="131445" tIns="65723" rIns="131445" bIns="65723" rtlCol="0" anchor="t">
            <a:noAutofit/>
          </a:bodyPr>
          <a:lstStyle/>
          <a:p>
            <a:pPr algn="just">
              <a:lnSpc>
                <a:spcPct val="100000"/>
              </a:lnSpc>
              <a:spcAft>
                <a:spcPts val="400"/>
              </a:spcAft>
            </a:pPr>
            <a:r>
              <a:rPr sz="2200" b="1" i="0">
                <a:solidFill>
                  <a:srgbClr val="000000"/>
                </a:solidFill>
                <a:latin typeface="Times New Roman"/>
              </a:rPr>
              <a:t>Background:</a:t>
            </a:r>
            <a:r>
              <a:rPr sz="2200" b="0" i="0">
                <a:solidFill>
                  <a:srgbClr val="000000"/>
                </a:solidFill>
                <a:latin typeface="Times New Roman"/>
              </a:rPr>
              <a:t> Mayer-Rokitansky-Küster-Hauser (MRKH) syndrome is a rare congenital condition (1 in 4,500–5,000 female births) characterized by uterovaginal agenesis in individuals with a 46,XX karyotype. Usually diagnosed in adolescence, it affects fertility, sexuality, and identity, yet its mental health consequences remain insufficiently synthesized.</a:t>
            </a:r>
          </a:p>
          <a:p>
            <a:pPr algn="just">
              <a:lnSpc>
                <a:spcPct val="100000"/>
              </a:lnSpc>
              <a:spcAft>
                <a:spcPts val="400"/>
              </a:spcAft>
            </a:pPr>
            <a:r>
              <a:rPr sz="2200" b="1" i="0">
                <a:solidFill>
                  <a:srgbClr val="000000"/>
                </a:solidFill>
                <a:latin typeface="Times New Roman"/>
              </a:rPr>
              <a:t>Methods:</a:t>
            </a:r>
            <a:r>
              <a:rPr sz="2200" b="0" i="0">
                <a:solidFill>
                  <a:srgbClr val="000000"/>
                </a:solidFill>
                <a:latin typeface="Times New Roman"/>
              </a:rPr>
              <a:t> Scoping review (Arksey &amp; O'Malley; PRISMA-ScR) of PubMed, Scopus, and EBSCOhost databases (MEDLINE, CINAHL, APA PsycInfo, Women's Studies International), January 2019–March 2026.</a:t>
            </a:r>
          </a:p>
          <a:p>
            <a:pPr algn="just">
              <a:lnSpc>
                <a:spcPct val="100000"/>
              </a:lnSpc>
              <a:spcAft>
                <a:spcPts val="400"/>
              </a:spcAft>
            </a:pPr>
            <a:r>
              <a:rPr sz="2200" b="1" i="0">
                <a:solidFill>
                  <a:srgbClr val="000000"/>
                </a:solidFill>
                <a:latin typeface="Times New Roman"/>
              </a:rPr>
              <a:t>Results:</a:t>
            </a:r>
            <a:r>
              <a:rPr sz="2200" b="0" i="0">
                <a:solidFill>
                  <a:srgbClr val="000000"/>
                </a:solidFill>
                <a:latin typeface="Times New Roman"/>
              </a:rPr>
              <a:t> Of 516 records, 35 studies were included. Psychosexual and relational challenges were most frequent (n = 24), followed by psychological distress (n = 20), reduced QoL, body image, and self-esteem (n = 19), and depression and anxiety (n = 14). Coping was documented in 15 studies, mostly peer support; healthcare gaps in 10.</a:t>
            </a:r>
          </a:p>
          <a:p>
            <a:pPr algn="just">
              <a:lnSpc>
                <a:spcPct val="100000"/>
              </a:lnSpc>
              <a:spcAft>
                <a:spcPts val="400"/>
              </a:spcAft>
            </a:pPr>
            <a:r>
              <a:rPr sz="2200" b="1" i="0">
                <a:solidFill>
                  <a:srgbClr val="000000"/>
                </a:solidFill>
                <a:latin typeface="Times New Roman"/>
              </a:rPr>
              <a:t>Conclusion:</a:t>
            </a:r>
            <a:r>
              <a:rPr sz="2200" b="0" i="0">
                <a:solidFill>
                  <a:srgbClr val="000000"/>
                </a:solidFill>
                <a:latin typeface="Times New Roman"/>
              </a:rPr>
              <a:t> MRKH-related psychosocial burden is substantial yet under-integrated into care. Psychosocial screening, psychosexual counseling, and peer support belong in MRKH care pathways.</a:t>
            </a:r>
          </a:p>
        </p:txBody>
      </p:sp>
      <p:sp>
        <p:nvSpPr>
          <p:cNvPr id="310" name="TextBox 309">
            <a:extLst>
              <a:ext uri="{FF2B5EF4-FFF2-40B4-BE49-F238E27FC236}">
                <a16:creationId xmlns:a16="http://schemas.microsoft.com/office/drawing/2014/main" id="{1747F5FB-C0E0-9E78-F84B-1D512F83536E}"/>
              </a:ext>
            </a:extLst>
          </p:cNvPr>
          <p:cNvSpPr txBox="1"/>
          <p:nvPr/>
        </p:nvSpPr>
        <p:spPr>
          <a:xfrm>
            <a:off x="685278" y="4089512"/>
            <a:ext cx="9431473" cy="871393"/>
          </a:xfrm>
          <a:prstGeom prst="rect">
            <a:avLst/>
          </a:prstGeom>
          <a:solidFill>
            <a:srgbClr val="0A254E"/>
          </a:solidFill>
          <a:ln>
            <a:solidFill>
              <a:schemeClr val="bg1"/>
            </a:solidFill>
          </a:ln>
        </p:spPr>
        <p:txBody>
          <a:bodyPr wrap="square" lIns="131445" tIns="65723" rIns="131445" bIns="65723" rtlCol="0">
            <a:spAutoFit/>
          </a:bodyPr>
          <a:lstStyle/>
          <a:p>
            <a:pPr algn="ctr"/>
            <a:r>
              <a:rPr lang="en-US" sz="4800" dirty="0">
                <a:latin typeface="Times New Roman"/>
                <a:cs typeface="Times New Roman"/>
              </a:rPr>
              <a:t>Abstract</a:t>
            </a:r>
            <a:endParaRPr lang="en-US" sz="6000" dirty="0">
              <a:latin typeface="Times New Roman"/>
              <a:cs typeface="Times New Roman"/>
            </a:endParaRPr>
          </a:p>
        </p:txBody>
      </p:sp>
      <p:sp>
        <p:nvSpPr>
          <p:cNvPr id="312" name="TextBox 311">
            <a:extLst>
              <a:ext uri="{FF2B5EF4-FFF2-40B4-BE49-F238E27FC236}">
                <a16:creationId xmlns:a16="http://schemas.microsoft.com/office/drawing/2014/main" id="{746F674E-FB28-8348-72E3-A91916401D8C}"/>
              </a:ext>
            </a:extLst>
          </p:cNvPr>
          <p:cNvSpPr txBox="1"/>
          <p:nvPr/>
        </p:nvSpPr>
        <p:spPr>
          <a:xfrm>
            <a:off x="641891" y="13218706"/>
            <a:ext cx="9499142" cy="7088480"/>
          </a:xfrm>
          <a:prstGeom prst="rect">
            <a:avLst/>
          </a:prstGeom>
          <a:solidFill>
            <a:schemeClr val="tx1"/>
          </a:solidFill>
          <a:ln>
            <a:solidFill>
              <a:schemeClr val="bg1"/>
            </a:solidFill>
          </a:ln>
        </p:spPr>
        <p:txBody>
          <a:bodyPr wrap="square" lIns="131445" tIns="65723" rIns="131445" bIns="65723" rtlCol="0" anchor="t">
            <a:noAutofit/>
          </a:bodyPr>
          <a:lstStyle/>
          <a:p>
            <a:pPr algn="just">
              <a:lnSpc>
                <a:spcPct val="100000"/>
              </a:lnSpc>
              <a:spcAft>
                <a:spcPts val="400"/>
              </a:spcAft>
            </a:pPr>
            <a:r>
              <a:rPr sz="2200" b="1" i="0">
                <a:solidFill>
                  <a:srgbClr val="000000"/>
                </a:solidFill>
                <a:latin typeface="Times New Roman"/>
              </a:rPr>
              <a:t>Introduction</a:t>
            </a:r>
          </a:p>
          <a:p>
            <a:pPr algn="just">
              <a:lnSpc>
                <a:spcPct val="100000"/>
              </a:lnSpc>
              <a:spcAft>
                <a:spcPts val="400"/>
              </a:spcAft>
            </a:pPr>
            <a:r>
              <a:rPr sz="2200" b="0" i="0">
                <a:solidFill>
                  <a:srgbClr val="000000"/>
                </a:solidFill>
                <a:latin typeface="Times New Roman"/>
              </a:rPr>
              <a:t>MRKH syndrome is the congenital absence of the uterus and upper vagina in individuals with a 46,XX karyotype and functioning ovaries, affecting about 1 in 4,500–5,000 female births.</a:t>
            </a:r>
            <a:r>
              <a:rPr sz="2200" b="0" i="0" baseline="30000">
                <a:solidFill>
                  <a:srgbClr val="000000"/>
                </a:solidFill>
                <a:latin typeface="Times New Roman"/>
              </a:rPr>
              <a:t>1,2</a:t>
            </a:r>
            <a:r>
              <a:rPr sz="2200" b="0" i="0">
                <a:solidFill>
                  <a:srgbClr val="000000"/>
                </a:solidFill>
                <a:latin typeface="Times New Roman"/>
              </a:rPr>
              <a:t> It is usually diagnosed in adolescence during evaluation of primary amenorrhea,</a:t>
            </a:r>
            <a:r>
              <a:rPr sz="2200" b="0" i="0" baseline="30000">
                <a:solidFill>
                  <a:srgbClr val="000000"/>
                </a:solidFill>
                <a:latin typeface="Times New Roman"/>
              </a:rPr>
              <a:t>1</a:t>
            </a:r>
            <a:r>
              <a:rPr sz="2200" b="0" i="0">
                <a:solidFill>
                  <a:srgbClr val="000000"/>
                </a:solidFill>
                <a:latin typeface="Times New Roman"/>
              </a:rPr>
              <a:t> a sensitive period for identity, sexuality, and relationships. Earlier studies linked MRKH with psychological distress, anxiety, and reduced quality of life,</a:t>
            </a:r>
            <a:r>
              <a:rPr sz="2200" b="0" i="0" baseline="30000">
                <a:solidFill>
                  <a:srgbClr val="000000"/>
                </a:solidFill>
                <a:latin typeface="Times New Roman"/>
              </a:rPr>
              <a:t>3–5</a:t>
            </a:r>
            <a:r>
              <a:rPr sz="2200" b="0" i="0">
                <a:solidFill>
                  <a:srgbClr val="000000"/>
                </a:solidFill>
                <a:latin typeface="Times New Roman"/>
              </a:rPr>
              <a:t> and guidelines recommend psychosocial counseling as part of care.</a:t>
            </a:r>
            <a:r>
              <a:rPr sz="2200" b="0" i="0" baseline="30000">
                <a:solidFill>
                  <a:srgbClr val="000000"/>
                </a:solidFill>
                <a:latin typeface="Times New Roman"/>
              </a:rPr>
              <a:t>1</a:t>
            </a:r>
            <a:r>
              <a:rPr sz="2200" b="0" i="0">
                <a:solidFill>
                  <a:srgbClr val="000000"/>
                </a:solidFill>
                <a:latin typeface="Times New Roman"/>
              </a:rPr>
              <a:t> Prior reviews focused on psychological and sexual outcomes;</a:t>
            </a:r>
            <a:r>
              <a:rPr sz="2200" b="0" i="0" baseline="30000">
                <a:solidFill>
                  <a:srgbClr val="000000"/>
                </a:solidFill>
                <a:latin typeface="Times New Roman"/>
              </a:rPr>
              <a:t>6,7</a:t>
            </a:r>
            <a:r>
              <a:rPr sz="2200" b="0" i="0">
                <a:solidFill>
                  <a:srgbClr val="000000"/>
                </a:solidFill>
                <a:latin typeface="Times New Roman"/>
              </a:rPr>
              <a:t> coping and healthcare system gaps have not been mapped across the growing recent literature. Mapping this evidence can guide psychosocial care, provider training, and research priorities.</a:t>
            </a:r>
          </a:p>
          <a:p>
            <a:pPr algn="just">
              <a:lnSpc>
                <a:spcPct val="100000"/>
              </a:lnSpc>
              <a:spcAft>
                <a:spcPts val="400"/>
              </a:spcAft>
            </a:pPr>
            <a:r>
              <a:rPr sz="2200" b="1" i="0">
                <a:solidFill>
                  <a:srgbClr val="000000"/>
                </a:solidFill>
                <a:latin typeface="Times New Roman"/>
              </a:rPr>
              <a:t>Objective</a:t>
            </a:r>
          </a:p>
          <a:p>
            <a:pPr algn="just">
              <a:lnSpc>
                <a:spcPct val="100000"/>
              </a:lnSpc>
              <a:spcAft>
                <a:spcPts val="400"/>
              </a:spcAft>
            </a:pPr>
            <a:r>
              <a:rPr sz="2200" b="0" i="0">
                <a:solidFill>
                  <a:srgbClr val="000000"/>
                </a:solidFill>
                <a:latin typeface="Times New Roman"/>
              </a:rPr>
              <a:t>To map mental health and psychosocial outcomes, coping mechanisms, and healthcare system gaps reported in studies of individuals with MRKH published 2019–2026.</a:t>
            </a:r>
          </a:p>
          <a:p>
            <a:pPr algn="just">
              <a:lnSpc>
                <a:spcPct val="100000"/>
              </a:lnSpc>
              <a:spcAft>
                <a:spcPts val="400"/>
              </a:spcAft>
            </a:pPr>
            <a:r>
              <a:rPr sz="2200" b="1" i="0">
                <a:solidFill>
                  <a:srgbClr val="000000"/>
                </a:solidFill>
                <a:latin typeface="Times New Roman"/>
              </a:rPr>
              <a:t>Research Question</a:t>
            </a:r>
          </a:p>
          <a:p>
            <a:pPr algn="just">
              <a:lnSpc>
                <a:spcPct val="100000"/>
              </a:lnSpc>
              <a:spcAft>
                <a:spcPts val="400"/>
              </a:spcAft>
            </a:pPr>
            <a:r>
              <a:rPr sz="2200" b="0" i="0">
                <a:solidFill>
                  <a:srgbClr val="000000"/>
                </a:solidFill>
                <a:latin typeface="Times New Roman"/>
              </a:rPr>
              <a:t>What mental health outcomes and coping mechanisms are reported among individuals with MRKH syndrome, and what healthcare system gaps exist?</a:t>
            </a:r>
          </a:p>
        </p:txBody>
      </p:sp>
      <p:sp>
        <p:nvSpPr>
          <p:cNvPr id="313" name="TextBox 312">
            <a:extLst>
              <a:ext uri="{FF2B5EF4-FFF2-40B4-BE49-F238E27FC236}">
                <a16:creationId xmlns:a16="http://schemas.microsoft.com/office/drawing/2014/main" id="{6DDFC9D8-2135-B804-986E-91DCE8E7F20A}"/>
              </a:ext>
            </a:extLst>
          </p:cNvPr>
          <p:cNvSpPr txBox="1"/>
          <p:nvPr/>
        </p:nvSpPr>
        <p:spPr>
          <a:xfrm>
            <a:off x="703565" y="11349812"/>
            <a:ext cx="9431472" cy="1610057"/>
          </a:xfrm>
          <a:prstGeom prst="rect">
            <a:avLst/>
          </a:prstGeom>
          <a:solidFill>
            <a:srgbClr val="0A254E"/>
          </a:solidFill>
          <a:ln>
            <a:solidFill>
              <a:schemeClr val="bg1"/>
            </a:solidFill>
          </a:ln>
        </p:spPr>
        <p:txBody>
          <a:bodyPr wrap="square" lIns="131445" tIns="65723" rIns="131445" bIns="65723" rtlCol="0">
            <a:spAutoFit/>
          </a:bodyPr>
          <a:lstStyle/>
          <a:p>
            <a:pPr algn="ctr"/>
            <a:r>
              <a:rPr lang="en-US" sz="4800" dirty="0">
                <a:latin typeface="Times New Roman"/>
                <a:cs typeface="Times New Roman"/>
              </a:rPr>
              <a:t>Introduction, Objective, and  Research Question</a:t>
            </a:r>
            <a:endParaRPr lang="en-US" sz="6000" dirty="0">
              <a:latin typeface="Times New Roman"/>
              <a:cs typeface="Times New Roman"/>
            </a:endParaRPr>
          </a:p>
        </p:txBody>
      </p:sp>
      <p:sp>
        <p:nvSpPr>
          <p:cNvPr id="315" name="TextBox 314">
            <a:extLst>
              <a:ext uri="{FF2B5EF4-FFF2-40B4-BE49-F238E27FC236}">
                <a16:creationId xmlns:a16="http://schemas.microsoft.com/office/drawing/2014/main" id="{1A04ABA2-9C79-F910-AB39-429544CFAA06}"/>
              </a:ext>
            </a:extLst>
          </p:cNvPr>
          <p:cNvSpPr txBox="1"/>
          <p:nvPr/>
        </p:nvSpPr>
        <p:spPr>
          <a:xfrm>
            <a:off x="694314" y="21631677"/>
            <a:ext cx="9513355" cy="10726573"/>
          </a:xfrm>
          <a:prstGeom prst="rect">
            <a:avLst/>
          </a:prstGeom>
          <a:solidFill>
            <a:schemeClr val="tx1"/>
          </a:solidFill>
          <a:ln cap="rnd">
            <a:solidFill>
              <a:schemeClr val="bg1"/>
            </a:solidFill>
          </a:ln>
        </p:spPr>
        <p:txBody>
          <a:bodyPr wrap="square" lIns="182880" rIns="182880" rtlCol="0">
            <a:noAutofit/>
          </a:bodyPr>
          <a:lstStyle/>
          <a:p>
            <a:pPr algn="just"/>
            <a:endParaRPr lang="en-US" sz="1800" dirty="0">
              <a:latin typeface="Times New Roman"/>
              <a:cs typeface="Times New Roman"/>
            </a:endParaRPr>
          </a:p>
        </p:txBody>
      </p:sp>
      <p:sp>
        <p:nvSpPr>
          <p:cNvPr id="316" name="TextBox 315">
            <a:extLst>
              <a:ext uri="{FF2B5EF4-FFF2-40B4-BE49-F238E27FC236}">
                <a16:creationId xmlns:a16="http://schemas.microsoft.com/office/drawing/2014/main" id="{BC19B682-B6AF-9A71-5C4D-B2D1BE476405}"/>
              </a:ext>
            </a:extLst>
          </p:cNvPr>
          <p:cNvSpPr txBox="1"/>
          <p:nvPr/>
        </p:nvSpPr>
        <p:spPr>
          <a:xfrm>
            <a:off x="641891" y="20411383"/>
            <a:ext cx="9513355" cy="952341"/>
          </a:xfrm>
          <a:prstGeom prst="rect">
            <a:avLst/>
          </a:prstGeom>
          <a:solidFill>
            <a:srgbClr val="0A254E"/>
          </a:solidFill>
          <a:ln>
            <a:solidFill>
              <a:schemeClr val="bg1"/>
            </a:solidFill>
          </a:ln>
        </p:spPr>
        <p:txBody>
          <a:bodyPr wrap="square" lIns="131445" tIns="65723" rIns="131445" bIns="65723" rtlCol="0">
            <a:spAutoFit/>
          </a:bodyPr>
          <a:lstStyle/>
          <a:p>
            <a:pPr algn="ctr"/>
            <a:r>
              <a:rPr lang="en-US" sz="4800" dirty="0">
                <a:latin typeface="Times New Roman"/>
                <a:cs typeface="Times New Roman"/>
              </a:rPr>
              <a:t>Methods</a:t>
            </a:r>
            <a:endParaRPr lang="en-US" sz="6000" dirty="0">
              <a:latin typeface="Times New Roman"/>
              <a:cs typeface="Times New Roman"/>
            </a:endParaRPr>
          </a:p>
        </p:txBody>
      </p:sp>
      <p:sp>
        <p:nvSpPr>
          <p:cNvPr id="321" name="TextBox 320">
            <a:extLst>
              <a:ext uri="{FF2B5EF4-FFF2-40B4-BE49-F238E27FC236}">
                <a16:creationId xmlns:a16="http://schemas.microsoft.com/office/drawing/2014/main" id="{CB19DFF1-BA24-B68B-4652-0F80775C03FA}"/>
              </a:ext>
            </a:extLst>
          </p:cNvPr>
          <p:cNvSpPr txBox="1"/>
          <p:nvPr/>
        </p:nvSpPr>
        <p:spPr>
          <a:xfrm>
            <a:off x="34006536" y="22338792"/>
            <a:ext cx="9253728" cy="4270248"/>
          </a:xfrm>
          <a:prstGeom prst="rect">
            <a:avLst/>
          </a:prstGeom>
          <a:solidFill>
            <a:srgbClr val="FFFFFF"/>
          </a:solidFill>
          <a:ln cap="rnd">
            <a:solidFill>
              <a:schemeClr val="bg1"/>
            </a:solidFill>
          </a:ln>
        </p:spPr>
        <p:txBody>
          <a:bodyPr wrap="square" lIns="182880" rIns="182880" rtlCol="0" anchor="t">
            <a:noAutofit/>
          </a:bodyPr>
          <a:lstStyle/>
          <a:p>
            <a:pPr algn="just">
              <a:lnSpc>
                <a:spcPct val="100000"/>
              </a:lnSpc>
              <a:spcAft>
                <a:spcPts val="300"/>
              </a:spcAft>
            </a:pPr>
            <a:r>
              <a:rPr sz="2200" b="1" i="0">
                <a:solidFill>
                  <a:srgbClr val="000000"/>
                </a:solidFill>
                <a:latin typeface="Times New Roman"/>
              </a:rPr>
              <a:t>Public Health Implications</a:t>
            </a:r>
          </a:p>
          <a:p>
            <a:pPr algn="l" marL="274320" indent="-274320">
              <a:lnSpc>
                <a:spcPct val="100000"/>
              </a:lnSpc>
              <a:spcAft>
                <a:spcPts val="300"/>
              </a:spcAft>
            </a:pPr>
            <a:r>
              <a:rPr sz="2200" b="0" i="0">
                <a:solidFill>
                  <a:srgbClr val="000000"/>
                </a:solidFill>
                <a:latin typeface="Times New Roman"/>
              </a:rPr>
              <a:t>• Integrate psychosocial screening and support into MRKH diagnostic pathways</a:t>
            </a:r>
            <a:r>
              <a:rPr sz="2200" b="0" i="0" baseline="30000">
                <a:solidFill>
                  <a:srgbClr val="000000"/>
                </a:solidFill>
                <a:latin typeface="Times New Roman"/>
              </a:rPr>
              <a:t>1</a:t>
            </a:r>
          </a:p>
          <a:p>
            <a:pPr algn="l" marL="274320" indent="-274320">
              <a:lnSpc>
                <a:spcPct val="100000"/>
              </a:lnSpc>
              <a:spcAft>
                <a:spcPts val="300"/>
              </a:spcAft>
            </a:pPr>
            <a:r>
              <a:rPr sz="2200" b="0" i="0">
                <a:solidFill>
                  <a:srgbClr val="000000"/>
                </a:solidFill>
                <a:latin typeface="Times New Roman"/>
              </a:rPr>
              <a:t>• Build multidisciplinary teams that include psychology and social work</a:t>
            </a:r>
          </a:p>
          <a:p>
            <a:pPr algn="l" marL="274320" indent="-274320">
              <a:lnSpc>
                <a:spcPct val="100000"/>
              </a:lnSpc>
              <a:spcAft>
                <a:spcPts val="300"/>
              </a:spcAft>
            </a:pPr>
            <a:r>
              <a:rPr sz="2200" b="0" i="0">
                <a:solidFill>
                  <a:srgbClr val="000000"/>
                </a:solidFill>
                <a:latin typeface="Times New Roman"/>
              </a:rPr>
              <a:t>• Pair vaginal lengthening treatment with psychosexual counseling</a:t>
            </a:r>
          </a:p>
          <a:p>
            <a:pPr algn="l" marL="274320" indent="-274320">
              <a:lnSpc>
                <a:spcPct val="100000"/>
              </a:lnSpc>
              <a:spcAft>
                <a:spcPts val="300"/>
              </a:spcAft>
            </a:pPr>
            <a:r>
              <a:rPr sz="2200" b="0" i="0">
                <a:solidFill>
                  <a:srgbClr val="000000"/>
                </a:solidFill>
                <a:latin typeface="Times New Roman"/>
              </a:rPr>
              <a:t>• Train providers in sensitive, non-stigmatizing communication</a:t>
            </a:r>
          </a:p>
          <a:p>
            <a:pPr algn="l" marL="274320" indent="-274320">
              <a:lnSpc>
                <a:spcPct val="100000"/>
              </a:lnSpc>
              <a:spcAft>
                <a:spcPts val="300"/>
              </a:spcAft>
            </a:pPr>
            <a:r>
              <a:rPr sz="2200" b="0" i="0">
                <a:solidFill>
                  <a:srgbClr val="000000"/>
                </a:solidFill>
                <a:latin typeface="Times New Roman"/>
              </a:rPr>
              <a:t>• Expand peer support networks, including online communities</a:t>
            </a:r>
          </a:p>
          <a:p>
            <a:pPr algn="just">
              <a:lnSpc>
                <a:spcPct val="100000"/>
              </a:lnSpc>
              <a:spcAft>
                <a:spcPts val="300"/>
              </a:spcAft>
            </a:pPr>
            <a:r>
              <a:rPr sz="2200" b="1" i="0">
                <a:solidFill>
                  <a:srgbClr val="000000"/>
                </a:solidFill>
                <a:latin typeface="Times New Roman"/>
              </a:rPr>
              <a:t>Future Research</a:t>
            </a:r>
          </a:p>
          <a:p>
            <a:pPr algn="l" marL="274320" indent="-274320">
              <a:lnSpc>
                <a:spcPct val="100000"/>
              </a:lnSpc>
              <a:spcAft>
                <a:spcPts val="300"/>
              </a:spcAft>
            </a:pPr>
            <a:r>
              <a:rPr sz="2200" b="0" i="0">
                <a:solidFill>
                  <a:srgbClr val="000000"/>
                </a:solidFill>
                <a:latin typeface="Times New Roman"/>
              </a:rPr>
              <a:t>• Longitudinal studies using validated mental health measures</a:t>
            </a:r>
          </a:p>
          <a:p>
            <a:pPr algn="l" marL="274320" indent="-274320">
              <a:lnSpc>
                <a:spcPct val="100000"/>
              </a:lnSpc>
              <a:spcAft>
                <a:spcPts val="300"/>
              </a:spcAft>
            </a:pPr>
            <a:r>
              <a:rPr sz="2200" b="0" i="0">
                <a:solidFill>
                  <a:srgbClr val="000000"/>
                </a:solidFill>
                <a:latin typeface="Times New Roman"/>
              </a:rPr>
              <a:t>• Trials of psychosocial interventions delivered in routine care</a:t>
            </a:r>
          </a:p>
          <a:p>
            <a:pPr algn="l" marL="274320" indent="-274320">
              <a:lnSpc>
                <a:spcPct val="100000"/>
              </a:lnSpc>
              <a:spcAft>
                <a:spcPts val="300"/>
              </a:spcAft>
            </a:pPr>
            <a:r>
              <a:rPr sz="2200" b="0" i="0">
                <a:solidFill>
                  <a:srgbClr val="000000"/>
                </a:solidFill>
                <a:latin typeface="Times New Roman"/>
              </a:rPr>
              <a:t>• Studies in Africa, South America, and other low-resource settings</a:t>
            </a:r>
          </a:p>
        </p:txBody>
      </p:sp>
      <p:sp>
        <p:nvSpPr>
          <p:cNvPr id="322" name="TextBox 321">
            <a:extLst>
              <a:ext uri="{FF2B5EF4-FFF2-40B4-BE49-F238E27FC236}">
                <a16:creationId xmlns:a16="http://schemas.microsoft.com/office/drawing/2014/main" id="{FF9BD680-0755-89B6-9224-48721A47729A}"/>
              </a:ext>
            </a:extLst>
          </p:cNvPr>
          <p:cNvSpPr txBox="1"/>
          <p:nvPr/>
        </p:nvSpPr>
        <p:spPr>
          <a:xfrm>
            <a:off x="34006536" y="20848320"/>
            <a:ext cx="9253728" cy="1490472"/>
          </a:xfrm>
          <a:prstGeom prst="rect">
            <a:avLst/>
          </a:prstGeom>
          <a:solidFill>
            <a:srgbClr val="0A254E"/>
          </a:solidFill>
          <a:ln>
            <a:solidFill>
              <a:schemeClr val="bg1"/>
            </a:solidFill>
          </a:ln>
        </p:spPr>
        <p:txBody>
          <a:bodyPr wrap="square" lIns="131445" tIns="65723" rIns="131445" bIns="65723" rtlCol="0">
            <a:spAutoFit/>
          </a:bodyPr>
          <a:lstStyle/>
          <a:p>
            <a:pPr algn="ctr"/>
            <a:r>
              <a:rPr lang="en-US" sz="4800" dirty="0">
                <a:latin typeface="Times New Roman"/>
                <a:cs typeface="Garamond"/>
              </a:rPr>
              <a:t>Public Health Implications and Future Work</a:t>
            </a:r>
            <a:endParaRPr lang="en-US" sz="6000" dirty="0">
              <a:latin typeface="Garamond"/>
              <a:cs typeface="Garamond"/>
            </a:endParaRPr>
          </a:p>
        </p:txBody>
      </p:sp>
      <p:sp>
        <p:nvSpPr>
          <p:cNvPr id="323" name="TextBox 322">
            <a:extLst>
              <a:ext uri="{FF2B5EF4-FFF2-40B4-BE49-F238E27FC236}">
                <a16:creationId xmlns:a16="http://schemas.microsoft.com/office/drawing/2014/main" id="{791F62C8-B471-7647-1C58-7FE1BB1C1D01}"/>
              </a:ext>
            </a:extLst>
          </p:cNvPr>
          <p:cNvSpPr txBox="1"/>
          <p:nvPr/>
        </p:nvSpPr>
        <p:spPr>
          <a:xfrm>
            <a:off x="34084668" y="26729319"/>
            <a:ext cx="9145770" cy="871393"/>
          </a:xfrm>
          <a:prstGeom prst="rect">
            <a:avLst/>
          </a:prstGeom>
          <a:solidFill>
            <a:srgbClr val="0A254E"/>
          </a:solidFill>
          <a:ln>
            <a:solidFill>
              <a:schemeClr val="bg1"/>
            </a:solidFill>
          </a:ln>
        </p:spPr>
        <p:txBody>
          <a:bodyPr wrap="square" lIns="131445" tIns="65723" rIns="131445" bIns="65723" rtlCol="0">
            <a:spAutoFit/>
          </a:bodyPr>
          <a:lstStyle/>
          <a:p>
            <a:pPr algn="ctr"/>
            <a:r>
              <a:rPr lang="en-US" sz="4800" dirty="0">
                <a:latin typeface="Times New Roman"/>
                <a:cs typeface="Times New Roman"/>
              </a:rPr>
              <a:t>References</a:t>
            </a:r>
            <a:endParaRPr lang="en-US" sz="6000" dirty="0">
              <a:latin typeface="Times New Roman"/>
              <a:cs typeface="Times New Roman"/>
            </a:endParaRPr>
          </a:p>
        </p:txBody>
      </p:sp>
      <p:sp>
        <p:nvSpPr>
          <p:cNvPr id="325" name="TextBox 324">
            <a:extLst>
              <a:ext uri="{FF2B5EF4-FFF2-40B4-BE49-F238E27FC236}">
                <a16:creationId xmlns:a16="http://schemas.microsoft.com/office/drawing/2014/main" id="{C035F57E-62DB-372A-C78A-9EAA827DE73E}"/>
              </a:ext>
            </a:extLst>
          </p:cNvPr>
          <p:cNvSpPr txBox="1"/>
          <p:nvPr/>
        </p:nvSpPr>
        <p:spPr>
          <a:xfrm>
            <a:off x="34006536" y="5861304"/>
            <a:ext cx="9253728" cy="14895576"/>
          </a:xfrm>
          <a:prstGeom prst="rect">
            <a:avLst/>
          </a:prstGeom>
          <a:solidFill>
            <a:srgbClr val="FFFFFF"/>
          </a:solidFill>
          <a:ln cap="rnd">
            <a:solidFill>
              <a:schemeClr val="bg1"/>
            </a:solidFill>
          </a:ln>
        </p:spPr>
        <p:txBody>
          <a:bodyPr wrap="square" lIns="182880" rIns="182880" rtlCol="0">
            <a:noAutofit/>
          </a:bodyPr>
          <a:lstStyle/>
          <a:p>
            <a:pPr algn="just"/>
            <a:endParaRPr lang="en-US" sz="1800" dirty="0">
              <a:latin typeface="Garamond"/>
              <a:cs typeface="Garamond"/>
            </a:endParaRPr>
          </a:p>
          <a:p>
            <a:pPr algn="just"/>
            <a:endParaRPr lang="en-US" sz="1800" dirty="0">
              <a:latin typeface="Garamond"/>
              <a:cs typeface="Garamond"/>
            </a:endParaRPr>
          </a:p>
          <a:p>
            <a:pPr algn="just"/>
            <a:endParaRPr lang="en-US" sz="1800" dirty="0">
              <a:latin typeface="Garamond"/>
              <a:cs typeface="Garamond"/>
            </a:endParaRPr>
          </a:p>
          <a:p>
            <a:pPr algn="just"/>
            <a:endParaRPr lang="en-US" sz="1800" dirty="0">
              <a:latin typeface="Garamond"/>
              <a:cs typeface="Garamond"/>
            </a:endParaRPr>
          </a:p>
          <a:p>
            <a:pPr algn="just"/>
            <a:endParaRPr lang="en-US" sz="1800" dirty="0">
              <a:latin typeface="Garamond"/>
              <a:cs typeface="Garamond"/>
            </a:endParaRPr>
          </a:p>
          <a:p>
            <a:pPr algn="just"/>
            <a:endParaRPr lang="en-US" sz="1800" dirty="0">
              <a:latin typeface="Garamond"/>
              <a:cs typeface="Garamond"/>
            </a:endParaRPr>
          </a:p>
          <a:p>
            <a:pPr algn="just"/>
            <a:endParaRPr lang="en-US" sz="1800" dirty="0">
              <a:latin typeface="Garamond"/>
              <a:cs typeface="Garamond"/>
            </a:endParaRPr>
          </a:p>
          <a:p>
            <a:pPr algn="just"/>
            <a:endParaRPr lang="en-US" sz="1800" dirty="0">
              <a:latin typeface="Garamond"/>
              <a:cs typeface="Garamond"/>
            </a:endParaRPr>
          </a:p>
          <a:p>
            <a:pPr algn="just"/>
            <a:endParaRPr lang="en-US" sz="1800" dirty="0">
              <a:latin typeface="Garamond"/>
              <a:cs typeface="Garamond"/>
            </a:endParaRPr>
          </a:p>
        </p:txBody>
      </p:sp>
      <p:sp>
        <p:nvSpPr>
          <p:cNvPr id="326" name="TextBox 325">
            <a:extLst>
              <a:ext uri="{FF2B5EF4-FFF2-40B4-BE49-F238E27FC236}">
                <a16:creationId xmlns:a16="http://schemas.microsoft.com/office/drawing/2014/main" id="{2270543F-2128-4E8D-CCFD-F12E4C7A64FC}"/>
              </a:ext>
            </a:extLst>
          </p:cNvPr>
          <p:cNvSpPr txBox="1"/>
          <p:nvPr/>
        </p:nvSpPr>
        <p:spPr>
          <a:xfrm>
            <a:off x="34006536" y="4224528"/>
            <a:ext cx="9253728" cy="1636776"/>
          </a:xfrm>
          <a:prstGeom prst="rect">
            <a:avLst/>
          </a:prstGeom>
          <a:solidFill>
            <a:srgbClr val="0A254E"/>
          </a:solidFill>
          <a:ln>
            <a:solidFill>
              <a:schemeClr val="bg1"/>
            </a:solidFill>
          </a:ln>
        </p:spPr>
        <p:txBody>
          <a:bodyPr wrap="square" lIns="131445" tIns="65723" rIns="131445" bIns="65723" rtlCol="0">
            <a:spAutoFit/>
          </a:bodyPr>
          <a:lstStyle/>
          <a:p>
            <a:pPr algn="ctr"/>
            <a:r>
              <a:rPr lang="en-US" sz="4800" dirty="0">
                <a:latin typeface="Times New Roman"/>
                <a:cs typeface="Times New Roman"/>
              </a:rPr>
              <a:t>Results, Discussion, Conclusion, and Limitations</a:t>
            </a:r>
            <a:endParaRPr lang="en-US" sz="6000" dirty="0">
              <a:latin typeface="Times New Roman"/>
              <a:cs typeface="Times New Roman"/>
            </a:endParaRPr>
          </a:p>
        </p:txBody>
      </p:sp>
      <p:sp>
        <p:nvSpPr>
          <p:cNvPr id="327" name="Rectangle 326">
            <a:extLst>
              <a:ext uri="{FF2B5EF4-FFF2-40B4-BE49-F238E27FC236}">
                <a16:creationId xmlns:a16="http://schemas.microsoft.com/office/drawing/2014/main" id="{3A97DB32-0FF1-1C0F-BA0A-FB20D75949A1}"/>
              </a:ext>
            </a:extLst>
          </p:cNvPr>
          <p:cNvSpPr/>
          <p:nvPr/>
        </p:nvSpPr>
        <p:spPr>
          <a:xfrm>
            <a:off x="34116263" y="5907024"/>
            <a:ext cx="9034272" cy="14804136"/>
          </a:xfrm>
          <a:prstGeom prst="rect">
            <a:avLst/>
          </a:prstGeom>
        </p:spPr>
        <p:txBody>
          <a:bodyPr wrap="square" anchor="t">
            <a:noAutofit/>
          </a:bodyPr>
          <a:lstStyle/>
          <a:p>
            <a:pPr algn="just">
              <a:lnSpc>
                <a:spcPct val="100000"/>
              </a:lnSpc>
              <a:spcAft>
                <a:spcPts val="400"/>
              </a:spcAft>
            </a:pPr>
            <a:r>
              <a:rPr sz="2200" b="1" i="0">
                <a:solidFill>
                  <a:srgbClr val="000000"/>
                </a:solidFill>
                <a:latin typeface="Times New Roman"/>
              </a:rPr>
              <a:t>Key Findings:</a:t>
            </a:r>
            <a:r>
              <a:rPr sz="2200" b="0" i="0">
                <a:solidFill>
                  <a:srgbClr val="000000"/>
                </a:solidFill>
                <a:latin typeface="Times New Roman"/>
              </a:rPr>
              <a:t> 35 studies from 2019–2026 were included (18 quantitative, 14 qualitative, 2 mixed-methods), with samples of 5 to 616 participants (Figures 1–5).</a:t>
            </a:r>
          </a:p>
          <a:p>
            <a:pPr algn="l" marL="274320" indent="-274320">
              <a:lnSpc>
                <a:spcPct val="100000"/>
              </a:lnSpc>
              <a:spcAft>
                <a:spcPts val="400"/>
              </a:spcAft>
            </a:pPr>
            <a:r>
              <a:rPr sz="2200" b="0" i="0">
                <a:solidFill>
                  <a:srgbClr val="000000"/>
                </a:solidFill>
                <a:latin typeface="Times New Roman"/>
              </a:rPr>
              <a:t>• </a:t>
            </a:r>
            <a:r>
              <a:rPr sz="2200" b="1" i="0">
                <a:solidFill>
                  <a:srgbClr val="000000"/>
                </a:solidFill>
                <a:latin typeface="Times New Roman"/>
              </a:rPr>
              <a:t>Psychosexual and relational (69%):</a:t>
            </a:r>
            <a:r>
              <a:rPr sz="2200" b="0" i="0">
                <a:solidFill>
                  <a:srgbClr val="000000"/>
                </a:solidFill>
                <a:latin typeface="Times New Roman"/>
              </a:rPr>
              <a:t> lower sexual esteem and more negative genital self-image than controls, even after neovagina creation.</a:t>
            </a:r>
            <a:r>
              <a:rPr sz="2200" b="0" i="0" baseline="30000">
                <a:solidFill>
                  <a:srgbClr val="000000"/>
                </a:solidFill>
                <a:latin typeface="Times New Roman"/>
              </a:rPr>
              <a:t>10,11</a:t>
            </a:r>
          </a:p>
          <a:p>
            <a:pPr algn="l" marL="274320" indent="-274320">
              <a:lnSpc>
                <a:spcPct val="100000"/>
              </a:lnSpc>
              <a:spcAft>
                <a:spcPts val="400"/>
              </a:spcAft>
            </a:pPr>
            <a:r>
              <a:rPr sz="2200" b="0" i="0">
                <a:solidFill>
                  <a:srgbClr val="000000"/>
                </a:solidFill>
                <a:latin typeface="Times New Roman"/>
              </a:rPr>
              <a:t>• </a:t>
            </a:r>
            <a:r>
              <a:rPr sz="2200" b="1" i="0">
                <a:solidFill>
                  <a:srgbClr val="000000"/>
                </a:solidFill>
                <a:latin typeface="Times New Roman"/>
              </a:rPr>
              <a:t>Psychological distress (57%):</a:t>
            </a:r>
            <a:r>
              <a:rPr sz="2200" b="0" i="0">
                <a:solidFill>
                  <a:srgbClr val="000000"/>
                </a:solidFill>
                <a:latin typeface="Times New Roman"/>
              </a:rPr>
              <a:t> shock, grief, shame, and secrecy at diagnosis; the diagnostic process itself was described as upsetting and potentially traumatizing.</a:t>
            </a:r>
            <a:r>
              <a:rPr sz="2200" b="0" i="0" baseline="30000">
                <a:solidFill>
                  <a:srgbClr val="000000"/>
                </a:solidFill>
                <a:latin typeface="Times New Roman"/>
              </a:rPr>
              <a:t>12,13</a:t>
            </a:r>
          </a:p>
          <a:p>
            <a:pPr algn="l" marL="274320" indent="-274320">
              <a:lnSpc>
                <a:spcPct val="100000"/>
              </a:lnSpc>
              <a:spcAft>
                <a:spcPts val="400"/>
              </a:spcAft>
            </a:pPr>
            <a:r>
              <a:rPr sz="2200" b="0" i="0">
                <a:solidFill>
                  <a:srgbClr val="000000"/>
                </a:solidFill>
                <a:latin typeface="Times New Roman"/>
              </a:rPr>
              <a:t>• </a:t>
            </a:r>
            <a:r>
              <a:rPr sz="2200" b="1" i="0">
                <a:solidFill>
                  <a:srgbClr val="000000"/>
                </a:solidFill>
                <a:latin typeface="Times New Roman"/>
              </a:rPr>
              <a:t>QoL, body image, and self-esteem (54%):</a:t>
            </a:r>
            <a:r>
              <a:rPr sz="2200" b="0" i="0">
                <a:solidFill>
                  <a:srgbClr val="000000"/>
                </a:solidFill>
                <a:latin typeface="Times New Roman"/>
              </a:rPr>
              <a:t> impaired mental health–related quality of life,</a:t>
            </a:r>
            <a:r>
              <a:rPr sz="2200" b="0" i="0" baseline="30000">
                <a:solidFill>
                  <a:srgbClr val="000000"/>
                </a:solidFill>
                <a:latin typeface="Times New Roman"/>
              </a:rPr>
              <a:t>14</a:t>
            </a:r>
            <a:r>
              <a:rPr sz="2200" b="0" i="0">
                <a:solidFill>
                  <a:srgbClr val="000000"/>
                </a:solidFill>
                <a:latin typeface="Times New Roman"/>
              </a:rPr>
              <a:t> and higher distress with lower self-esteem than population norms.</a:t>
            </a:r>
            <a:r>
              <a:rPr sz="2200" b="0" i="0" baseline="30000">
                <a:solidFill>
                  <a:srgbClr val="000000"/>
                </a:solidFill>
                <a:latin typeface="Times New Roman"/>
              </a:rPr>
              <a:t>15</a:t>
            </a:r>
          </a:p>
          <a:p>
            <a:pPr algn="l" marL="274320" indent="-274320">
              <a:lnSpc>
                <a:spcPct val="100000"/>
              </a:lnSpc>
              <a:spcAft>
                <a:spcPts val="400"/>
              </a:spcAft>
            </a:pPr>
            <a:r>
              <a:rPr sz="2200" b="0" i="0">
                <a:solidFill>
                  <a:srgbClr val="000000"/>
                </a:solidFill>
                <a:latin typeface="Times New Roman"/>
              </a:rPr>
              <a:t>• </a:t>
            </a:r>
            <a:r>
              <a:rPr sz="2200" b="1" i="0">
                <a:solidFill>
                  <a:srgbClr val="000000"/>
                </a:solidFill>
                <a:latin typeface="Times New Roman"/>
              </a:rPr>
              <a:t>Depression and anxiety (40%):</a:t>
            </a:r>
            <a:r>
              <a:rPr sz="2200" b="0" i="0">
                <a:solidFill>
                  <a:srgbClr val="000000"/>
                </a:solidFill>
                <a:latin typeface="Times New Roman"/>
              </a:rPr>
              <a:t> depressive symptoms in 75.2% of 141 Chinese patients;</a:t>
            </a:r>
            <a:r>
              <a:rPr sz="2200" b="0" i="0" baseline="30000">
                <a:solidFill>
                  <a:srgbClr val="000000"/>
                </a:solidFill>
                <a:latin typeface="Times New Roman"/>
              </a:rPr>
              <a:t>16</a:t>
            </a:r>
            <a:r>
              <a:rPr sz="2200" b="0" i="0">
                <a:solidFill>
                  <a:srgbClr val="000000"/>
                </a:solidFill>
                <a:latin typeface="Times New Roman"/>
              </a:rPr>
              <a:t> anxiety in 37.7% and depression in 32.5% of 77 Malaysian women.</a:t>
            </a:r>
            <a:r>
              <a:rPr sz="2200" b="0" i="0" baseline="30000">
                <a:solidFill>
                  <a:srgbClr val="000000"/>
                </a:solidFill>
                <a:latin typeface="Times New Roman"/>
              </a:rPr>
              <a:t>17</a:t>
            </a:r>
            <a:r>
              <a:rPr sz="2200" b="0" i="0">
                <a:solidFill>
                  <a:srgbClr val="000000"/>
                </a:solidFill>
                <a:latin typeface="Times New Roman"/>
              </a:rPr>
              <a:t> Findings were mixed: uterus transplant candidates in France showed few symptoms.</a:t>
            </a:r>
            <a:r>
              <a:rPr sz="2200" b="0" i="0" baseline="30000">
                <a:solidFill>
                  <a:srgbClr val="000000"/>
                </a:solidFill>
                <a:latin typeface="Times New Roman"/>
              </a:rPr>
              <a:t>18</a:t>
            </a:r>
          </a:p>
          <a:p>
            <a:pPr algn="l" marL="274320" indent="-274320">
              <a:lnSpc>
                <a:spcPct val="100000"/>
              </a:lnSpc>
              <a:spcAft>
                <a:spcPts val="400"/>
              </a:spcAft>
            </a:pPr>
            <a:r>
              <a:rPr sz="2200" b="0" i="0">
                <a:solidFill>
                  <a:srgbClr val="000000"/>
                </a:solidFill>
                <a:latin typeface="Times New Roman"/>
              </a:rPr>
              <a:t>• </a:t>
            </a:r>
            <a:r>
              <a:rPr sz="2200" b="1" i="0">
                <a:solidFill>
                  <a:srgbClr val="000000"/>
                </a:solidFill>
                <a:latin typeface="Times New Roman"/>
              </a:rPr>
              <a:t>Coping (43%):</a:t>
            </a:r>
            <a:r>
              <a:rPr sz="2200" b="0" i="0">
                <a:solidFill>
                  <a:srgbClr val="000000"/>
                </a:solidFill>
                <a:latin typeface="Times New Roman"/>
              </a:rPr>
              <a:t> peer and online support most common; avoidance and concealment also frequent, and one study traced a shift from avoidance to empowerment.</a:t>
            </a:r>
            <a:r>
              <a:rPr sz="2200" b="0" i="0" baseline="30000">
                <a:solidFill>
                  <a:srgbClr val="000000"/>
                </a:solidFill>
                <a:latin typeface="Times New Roman"/>
              </a:rPr>
              <a:t>19</a:t>
            </a:r>
            <a:r>
              <a:rPr sz="2200" b="0" i="0">
                <a:solidFill>
                  <a:srgbClr val="000000"/>
                </a:solidFill>
                <a:latin typeface="Times New Roman"/>
              </a:rPr>
              <a:t> Only 2 intervention studies were found, both reporting benefit.</a:t>
            </a:r>
            <a:r>
              <a:rPr sz="2200" b="0" i="0" baseline="30000">
                <a:solidFill>
                  <a:srgbClr val="000000"/>
                </a:solidFill>
                <a:latin typeface="Times New Roman"/>
              </a:rPr>
              <a:t>20,21</a:t>
            </a:r>
          </a:p>
          <a:p>
            <a:pPr algn="l" marL="274320" indent="-274320">
              <a:lnSpc>
                <a:spcPct val="100000"/>
              </a:lnSpc>
              <a:spcAft>
                <a:spcPts val="400"/>
              </a:spcAft>
            </a:pPr>
            <a:r>
              <a:rPr sz="2200" b="0" i="0">
                <a:solidFill>
                  <a:srgbClr val="000000"/>
                </a:solidFill>
                <a:latin typeface="Times New Roman"/>
              </a:rPr>
              <a:t>• </a:t>
            </a:r>
            <a:r>
              <a:rPr sz="2200" b="1" i="0">
                <a:solidFill>
                  <a:srgbClr val="000000"/>
                </a:solidFill>
                <a:latin typeface="Times New Roman"/>
              </a:rPr>
              <a:t>Healthcare gaps (29%):</a:t>
            </a:r>
            <a:r>
              <a:rPr sz="2200" b="0" i="0">
                <a:solidFill>
                  <a:srgbClr val="000000"/>
                </a:solidFill>
                <a:latin typeface="Times New Roman"/>
              </a:rPr>
              <a:t> delayed diagnosis, providers unfamiliar with MRKH, and patients forced to self-advocate.</a:t>
            </a:r>
            <a:r>
              <a:rPr sz="2200" b="0" i="0" baseline="30000">
                <a:solidFill>
                  <a:srgbClr val="000000"/>
                </a:solidFill>
                <a:latin typeface="Times New Roman"/>
              </a:rPr>
              <a:t>22,23</a:t>
            </a:r>
          </a:p>
          <a:p>
            <a:pPr algn="just">
              <a:lnSpc>
                <a:spcPct val="100000"/>
              </a:lnSpc>
              <a:spcAft>
                <a:spcPts val="400"/>
              </a:spcAft>
            </a:pPr>
            <a:r>
              <a:rPr sz="2200" b="1" i="0">
                <a:solidFill>
                  <a:srgbClr val="000000"/>
                </a:solidFill>
                <a:latin typeface="Times New Roman"/>
              </a:rPr>
              <a:t>Discussion</a:t>
            </a:r>
          </a:p>
          <a:p>
            <a:pPr algn="just">
              <a:lnSpc>
                <a:spcPct val="100000"/>
              </a:lnSpc>
              <a:spcAft>
                <a:spcPts val="400"/>
              </a:spcAft>
            </a:pPr>
            <a:r>
              <a:rPr sz="2200" b="0" i="0">
                <a:solidFill>
                  <a:srgbClr val="000000"/>
                </a:solidFill>
                <a:latin typeface="Times New Roman"/>
              </a:rPr>
              <a:t>Findings echo earlier evidence of distress and reduced quality of life in MRKH</a:t>
            </a:r>
            <a:r>
              <a:rPr sz="2200" b="0" i="0" baseline="30000">
                <a:solidFill>
                  <a:srgbClr val="000000"/>
                </a:solidFill>
                <a:latin typeface="Times New Roman"/>
              </a:rPr>
              <a:t>3,5</a:t>
            </a:r>
            <a:r>
              <a:rPr sz="2200" b="0" i="0">
                <a:solidFill>
                  <a:srgbClr val="000000"/>
                </a:solidFill>
                <a:latin typeface="Times New Roman"/>
              </a:rPr>
              <a:t> and extend prior reviews by mapping coping and health-system gaps. Psychosexual concerns dominate the recent literature, whereas depression and anxiety were measured in fewer than half of studies. Evidence is concentrated in Europe (14) and Asia (14); 1 study came from Africa and none from South America, where expectations about fertility and marriage may shape experiences differently.</a:t>
            </a:r>
          </a:p>
          <a:p>
            <a:pPr algn="just">
              <a:lnSpc>
                <a:spcPct val="100000"/>
              </a:lnSpc>
              <a:spcAft>
                <a:spcPts val="400"/>
              </a:spcAft>
            </a:pPr>
            <a:r>
              <a:rPr sz="2200" b="1" i="0">
                <a:solidFill>
                  <a:srgbClr val="000000"/>
                </a:solidFill>
                <a:latin typeface="Times New Roman"/>
              </a:rPr>
              <a:t>Conclusion</a:t>
            </a:r>
          </a:p>
          <a:p>
            <a:pPr algn="just">
              <a:lnSpc>
                <a:spcPct val="100000"/>
              </a:lnSpc>
              <a:spcAft>
                <a:spcPts val="400"/>
              </a:spcAft>
            </a:pPr>
            <a:r>
              <a:rPr sz="2200" b="0" i="0">
                <a:solidFill>
                  <a:srgbClr val="000000"/>
                </a:solidFill>
                <a:latin typeface="Times New Roman"/>
              </a:rPr>
              <a:t>MRKH affects far more than reproductive anatomy. Psychosexual difficulties, emotional distress, and low self-esteem were widely reported, yet depression and anxiety were measured in fewer than half of studies, and coping relied mostly on peers or concealment rather than structured care. Mental health screening, psychosexual counseling, and peer support should become standard in multidisciplinary MRKH care, not an afterthought, and research must reach underrepresented regions.</a:t>
            </a:r>
          </a:p>
          <a:p>
            <a:pPr algn="just">
              <a:lnSpc>
                <a:spcPct val="100000"/>
              </a:lnSpc>
              <a:spcAft>
                <a:spcPts val="400"/>
              </a:spcAft>
            </a:pPr>
            <a:r>
              <a:rPr sz="2200" b="1" i="0">
                <a:solidFill>
                  <a:srgbClr val="000000"/>
                </a:solidFill>
                <a:latin typeface="Times New Roman"/>
              </a:rPr>
              <a:t>Limitations:</a:t>
            </a:r>
            <a:r>
              <a:rPr sz="2200" b="0" i="0">
                <a:solidFill>
                  <a:srgbClr val="000000"/>
                </a:solidFill>
                <a:latin typeface="Times New Roman"/>
              </a:rPr>
              <a:t> English-language database literature from 2019–2026 only, without grey literature; many small, single-center samples; heterogeneous designs and measures; possible overlapping samples; 5 studies assessed from abstracts only; no quality appraisal, and counts show how often outcomes were studied, not their prevalence.</a:t>
            </a:r>
          </a:p>
        </p:txBody>
      </p:sp>
      <p:graphicFrame>
        <p:nvGraphicFramePr>
          <p:cNvPr id="10" name="Table 9">
            <a:extLst>
              <a:ext uri="{FF2B5EF4-FFF2-40B4-BE49-F238E27FC236}">
                <a16:creationId xmlns:a16="http://schemas.microsoft.com/office/drawing/2014/main" id="{205B63F2-1A1A-2B15-C5FA-4705C2E0F0C2}"/>
              </a:ext>
            </a:extLst>
          </p:cNvPr>
          <p:cNvGraphicFramePr>
            <a:graphicFrameLocks noGrp="1"/>
          </p:cNvGraphicFramePr>
          <p:nvPr>
            <p:extLst>
              <p:ext uri="{D42A27DB-BD31-4B8C-83A1-F6EECF244321}">
                <p14:modId xmlns:p14="http://schemas.microsoft.com/office/powerpoint/2010/main" val="2301284607"/>
              </p:ext>
            </p:extLst>
          </p:nvPr>
        </p:nvGraphicFramePr>
        <p:xfrm>
          <a:off x="660762" y="21538124"/>
          <a:ext cx="9564624" cy="10588752"/>
        </p:xfrm>
        <a:graphic>
          <a:graphicData uri="http://schemas.openxmlformats.org/drawingml/2006/table">
            <a:tbl>
              <a:tblPr firstRow="1" bandRow="1">
                <a:tableStyleId>{5C22544A-7EE6-4342-B048-85BDC9FD1C3A}</a:tableStyleId>
              </a:tblPr>
              <a:tblGrid>
                <a:gridCol w="2331720">
                  <a:extLst>
                    <a:ext uri="{9D8B030D-6E8A-4147-A177-3AD203B41FA5}">
                      <a16:colId xmlns:a16="http://schemas.microsoft.com/office/drawing/2014/main" val="2846790296"/>
                    </a:ext>
                  </a:extLst>
                </a:gridCol>
                <a:gridCol w="7232904">
                  <a:extLst>
                    <a:ext uri="{9D8B030D-6E8A-4147-A177-3AD203B41FA5}">
                      <a16:colId xmlns:a16="http://schemas.microsoft.com/office/drawing/2014/main" val="1015726853"/>
                    </a:ext>
                  </a:extLst>
                </a:gridCol>
              </a:tblGrid>
              <a:tr h="603504">
                <a:tc>
                  <a:txBody>
                    <a:bodyPr wrap="square"/>
                    <a:lstStyle/>
                    <a:p>
                      <a:pPr algn="l"/>
                      <a:r>
                        <a:rPr sz="2800" b="0" i="0">
                          <a:solidFill>
                            <a:srgbClr val="FFFFFF"/>
                          </a:solidFill>
                          <a:latin typeface="Times New Roman"/>
                        </a:rPr>
                        <a:t>METHOD</a:t>
                      </a:r>
                    </a:p>
                  </a:txBody>
                  <a:tcPr/>
                </a:tc>
                <a:tc>
                  <a:txBody>
                    <a:bodyPr wrap="square"/>
                    <a:lstStyle/>
                    <a:p>
                      <a:pPr algn="l"/>
                      <a:r>
                        <a:rPr sz="2800" b="0" i="0">
                          <a:solidFill>
                            <a:srgbClr val="FFFFFF"/>
                          </a:solidFill>
                          <a:latin typeface="Times New Roman"/>
                        </a:rPr>
                        <a:t>DESCRIPTION</a:t>
                      </a:r>
                    </a:p>
                  </a:txBody>
                  <a:tcPr/>
                </a:tc>
                <a:extLst>
                  <a:ext uri="{0D108BD9-81ED-4DB2-BD59-A6C34878D82A}">
                    <a16:rowId xmlns:a16="http://schemas.microsoft.com/office/drawing/2014/main" val="3897735149"/>
                  </a:ext>
                </a:extLst>
              </a:tr>
              <a:tr h="2395728">
                <a:tc>
                  <a:txBody>
                    <a:bodyPr wrap="square"/>
                    <a:lstStyle/>
                    <a:p>
                      <a:pPr algn="l"/>
                      <a:r>
                        <a:rPr sz="2400" b="1" i="0">
                          <a:solidFill>
                            <a:srgbClr val="000000"/>
                          </a:solidFill>
                          <a:latin typeface="Times New Roman"/>
                        </a:rPr>
                        <a:t>Design</a:t>
                      </a:r>
                    </a:p>
                  </a:txBody>
                  <a:tcPr/>
                </a:tc>
                <a:tc>
                  <a:txBody>
                    <a:bodyPr wrap="square"/>
                    <a:lstStyle/>
                    <a:p>
                      <a:pPr algn="l"/>
                      <a:r>
                        <a:rPr sz="2400" b="0" i="0">
                          <a:solidFill>
                            <a:srgbClr val="000000"/>
                          </a:solidFill>
                          <a:latin typeface="Times New Roman"/>
                        </a:rPr>
                        <a:t>Scoping review using Arksey &amp; O'Malley's five-stage framework</a:t>
                      </a:r>
                      <a:r>
                        <a:rPr sz="2400" b="0" i="0" baseline="30000">
                          <a:solidFill>
                            <a:srgbClr val="000000"/>
                          </a:solidFill>
                          <a:latin typeface="Times New Roman"/>
                        </a:rPr>
                        <a:t>8</a:t>
                      </a:r>
                      <a:r>
                        <a:rPr sz="2400" b="0" i="0">
                          <a:solidFill>
                            <a:srgbClr val="000000"/>
                          </a:solidFill>
                          <a:latin typeface="Times New Roman"/>
                        </a:rPr>
                        <a:t> and PRISMA-ScR reporting guidance.</a:t>
                      </a:r>
                      <a:r>
                        <a:rPr sz="2400" b="0" i="0" baseline="30000">
                          <a:solidFill>
                            <a:srgbClr val="000000"/>
                          </a:solidFill>
                          <a:latin typeface="Times New Roman"/>
                        </a:rPr>
                        <a:t>9</a:t>
                      </a:r>
                      <a:r>
                        <a:rPr sz="2400" b="0" i="0">
                          <a:solidFill>
                            <a:srgbClr val="000000"/>
                          </a:solidFill>
                          <a:latin typeface="Times New Roman"/>
                        </a:rPr>
                        <a:t> Framed by population (individuals with MRKH), concept (mental health, coping, care gaps), and context (any setting). No quality appraisal, consistent with scoping methodology.</a:t>
                      </a:r>
                      <a:endParaRPr lang="en-US"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955808230"/>
                  </a:ext>
                </a:extLst>
              </a:tr>
              <a:tr h="2011680">
                <a:tc>
                  <a:txBody>
                    <a:bodyPr wrap="square"/>
                    <a:lstStyle/>
                    <a:p>
                      <a:pPr algn="l"/>
                      <a:r>
                        <a:rPr sz="2400" b="1" i="0">
                          <a:solidFill>
                            <a:srgbClr val="000000"/>
                          </a:solidFill>
                          <a:latin typeface="Times New Roman"/>
                        </a:rPr>
                        <a:t>Search</a:t>
                      </a:r>
                    </a:p>
                  </a:txBody>
                  <a:tcPr/>
                </a:tc>
                <a:tc>
                  <a:txBody>
                    <a:bodyPr wrap="square"/>
                    <a:lstStyle/>
                    <a:p>
                      <a:pPr algn="l"/>
                      <a:r>
                        <a:rPr sz="2400" b="0" i="0">
                          <a:solidFill>
                            <a:srgbClr val="000000"/>
                          </a:solidFill>
                          <a:latin typeface="Times New Roman"/>
                        </a:rPr>
                        <a:t>PubMed; Scopus; EBSCOhost (MEDLINE, CINAHL, APA PsycInfo, Women's Studies International). January 2019–March 2026; exported March 29, 2026. Terms combined MRKH and Müllerian agenesis with mental health, psychosocial, and coping concepts.</a:t>
                      </a:r>
                      <a:endParaRPr lang="en-US"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4271464298"/>
                  </a:ext>
                </a:extLst>
              </a:tr>
              <a:tr h="2743200">
                <a:tc>
                  <a:txBody>
                    <a:bodyPr wrap="square"/>
                    <a:lstStyle/>
                    <a:p>
                      <a:pPr algn="l"/>
                      <a:r>
                        <a:rPr sz="2400" b="1" i="0">
                          <a:solidFill>
                            <a:srgbClr val="000000"/>
                          </a:solidFill>
                          <a:latin typeface="Times New Roman"/>
                        </a:rPr>
                        <a:t>Eligibility</a:t>
                      </a:r>
                    </a:p>
                  </a:txBody>
                  <a:tcPr/>
                </a:tc>
                <a:tc>
                  <a:txBody>
                    <a:bodyPr wrap="square"/>
                    <a:lstStyle/>
                    <a:p>
                      <a:pPr algn="l"/>
                      <a:r>
                        <a:rPr sz="2400" b="1" i="0">
                          <a:solidFill>
                            <a:srgbClr val="000000"/>
                          </a:solidFill>
                          <a:latin typeface="Times New Roman"/>
                        </a:rPr>
                        <a:t>Included:</a:t>
                      </a:r>
                      <a:r>
                        <a:rPr sz="2400" b="0" i="0">
                          <a:solidFill>
                            <a:srgbClr val="000000"/>
                          </a:solidFill>
                          <a:latin typeface="Times New Roman"/>
                        </a:rPr>
                        <a:t> English-language primary quantitative, qualitative, or mixed-methods studies reporting psychological outcomes or coping in MRKH; mixed samples only if MRKH results were reported separately or ≥80% had MRKH. </a:t>
                      </a:r>
                      <a:r>
                        <a:rPr sz="2400" b="1" i="0">
                          <a:solidFill>
                            <a:srgbClr val="000000"/>
                          </a:solidFill>
                          <a:latin typeface="Times New Roman"/>
                        </a:rPr>
                        <a:t>Excluded:</a:t>
                      </a:r>
                      <a:r>
                        <a:rPr sz="2400" b="0" i="0">
                          <a:solidFill>
                            <a:srgbClr val="000000"/>
                          </a:solidFill>
                          <a:latin typeface="Times New Roman"/>
                        </a:rPr>
                        <a:t> reviews, case reports, and studies of surgical, anatomical, or fertility outcomes only.</a:t>
                      </a:r>
                      <a:endParaRPr lang="en-US"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4056894884"/>
                  </a:ext>
                </a:extLst>
              </a:tr>
              <a:tr h="2834640">
                <a:tc>
                  <a:txBody>
                    <a:bodyPr wrap="square"/>
                    <a:lstStyle/>
                    <a:p>
                      <a:pPr algn="l"/>
                      <a:r>
                        <a:rPr sz="2400" b="1" i="0">
                          <a:solidFill>
                            <a:srgbClr val="000000"/>
                          </a:solidFill>
                          <a:latin typeface="Times New Roman"/>
                        </a:rPr>
                        <a:t>Screening &amp; Analysis</a:t>
                      </a:r>
                    </a:p>
                  </a:txBody>
                  <a:tcPr/>
                </a:tc>
                <a:tc>
                  <a:txBody>
                    <a:bodyPr wrap="square"/>
                    <a:lstStyle/>
                    <a:p>
                      <a:pPr algn="l"/>
                      <a:r>
                        <a:rPr sz="2400" b="0" i="0">
                          <a:solidFill>
                            <a:srgbClr val="000000"/>
                          </a:solidFill>
                          <a:latin typeface="Times New Roman"/>
                        </a:rPr>
                        <a:t>516 records; 192 duplicates removed; 324 titles and abstracts screened; 42 assessed; 35 included (Figure 1). Data were charted from full texts (30 of 35 studies; abstracts for the rest): design, country, sample, outcomes, coping, and healthcare gaps; synthesized with frequency counts and thematic grouping into 6 domains (Figure 3).</a:t>
                      </a:r>
                      <a:endParaRPr lang="en-US"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400023977"/>
                  </a:ext>
                </a:extLst>
              </a:tr>
            </a:tbl>
          </a:graphicData>
        </a:graphic>
      </p:graphicFrame>
      <p:cxnSp>
        <p:nvCxnSpPr>
          <p:cNvPr id="6" name="Straight Connector 5">
            <a:extLst>
              <a:ext uri="{FF2B5EF4-FFF2-40B4-BE49-F238E27FC236}">
                <a16:creationId xmlns:a16="http://schemas.microsoft.com/office/drawing/2014/main" id="{27F635D7-8592-DF05-AA6D-AD2EB280C030}"/>
              </a:ext>
            </a:extLst>
          </p:cNvPr>
          <p:cNvCxnSpPr/>
          <p:nvPr/>
        </p:nvCxnSpPr>
        <p:spPr>
          <a:xfrm>
            <a:off x="0" y="-26234"/>
            <a:ext cx="43991438" cy="0"/>
          </a:xfrm>
          <a:prstGeom prst="line">
            <a:avLst/>
          </a:prstGeom>
        </p:spPr>
        <p:style>
          <a:lnRef idx="1">
            <a:schemeClr val="dk1"/>
          </a:lnRef>
          <a:fillRef idx="0">
            <a:schemeClr val="dk1"/>
          </a:fillRef>
          <a:effectRef idx="0">
            <a:schemeClr val="dk1"/>
          </a:effectRef>
          <a:fontRef idx="minor">
            <a:schemeClr val="tx1"/>
          </a:fontRef>
        </p:style>
      </p:cxnSp>
      <p:sp>
        <p:nvSpPr>
          <p:cNvPr id="328" name="QR code spot"/>
          <p:cNvSpPr/>
          <p:nvPr/>
        </p:nvSpPr>
        <p:spPr>
          <a:xfrm>
            <a:off x="36210240" y="27624024"/>
            <a:ext cx="5056632" cy="5056632"/>
          </a:xfrm>
          <a:prstGeom prst="rect">
            <a:avLst/>
          </a:prstGeom>
          <a:solidFill>
            <a:srgbClr val="FFFFFF"/>
          </a:solidFill>
          <a:ln w="19050">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0" i="0">
                <a:solidFill>
                  <a:srgbClr val="595959"/>
                </a:solidFill>
                <a:latin typeface="Times New Roman"/>
              </a:rPr>
              <a:t>Paste QR code here</a:t>
            </a:r>
          </a:p>
          <a:p>
            <a:pPr algn="ctr"/>
            <a:r>
              <a:rPr sz="1800" b="0" i="0">
                <a:solidFill>
                  <a:srgbClr val="595959"/>
                </a:solidFill>
                <a:latin typeface="Times New Roman"/>
              </a:rPr>
              <a:t>(5.53 × 5.53 in; links to the full reference list)</a:t>
            </a:r>
          </a:p>
        </p:txBody>
      </p:sp>
      <p:pic>
        <p:nvPicPr>
          <p:cNvPr id="329" name="Picture 328" descr="prisma_flow.png"/>
          <p:cNvPicPr>
            <a:picLocks noChangeAspect="1"/>
          </p:cNvPicPr>
          <p:nvPr/>
        </p:nvPicPr>
        <p:blipFill>
          <a:blip r:embed="rId4"/>
          <a:stretch>
            <a:fillRect/>
          </a:stretch>
        </p:blipFill>
        <p:spPr>
          <a:xfrm>
            <a:off x="12114402" y="4572000"/>
            <a:ext cx="8360411" cy="7498079"/>
          </a:xfrm>
          <a:prstGeom prst="rect">
            <a:avLst/>
          </a:prstGeom>
        </p:spPr>
      </p:pic>
      <p:sp>
        <p:nvSpPr>
          <p:cNvPr id="330" name="TextBox 329"/>
          <p:cNvSpPr txBox="1"/>
          <p:nvPr/>
        </p:nvSpPr>
        <p:spPr>
          <a:xfrm>
            <a:off x="11173968" y="12161520"/>
            <a:ext cx="10241280" cy="1097280"/>
          </a:xfrm>
          <a:prstGeom prst="rect">
            <a:avLst/>
          </a:prstGeom>
          <a:noFill/>
        </p:spPr>
        <p:txBody>
          <a:bodyPr wrap="square">
            <a:noAutofit/>
          </a:bodyPr>
          <a:lstStyle/>
          <a:p>
            <a:r>
              <a:rPr sz="2400" b="1" i="0">
                <a:solidFill>
                  <a:srgbClr val="000000"/>
                </a:solidFill>
                <a:latin typeface="Times New Roman"/>
              </a:rPr>
              <a:t>Figure 1.</a:t>
            </a:r>
            <a:r>
              <a:rPr sz="2400" b="0" i="0">
                <a:solidFill>
                  <a:srgbClr val="000000"/>
                </a:solidFill>
                <a:latin typeface="Times New Roman"/>
              </a:rPr>
              <a:t> PRISMA-ScR flow diagram: 516 records identified, 324 screened, 42 assessed for eligibility, and 35 included.</a:t>
            </a:r>
          </a:p>
        </p:txBody>
      </p:sp>
      <p:pic>
        <p:nvPicPr>
          <p:cNvPr id="331" name="Picture 330" descr="fig2_design_donut.png"/>
          <p:cNvPicPr>
            <a:picLocks noChangeAspect="1"/>
          </p:cNvPicPr>
          <p:nvPr/>
        </p:nvPicPr>
        <p:blipFill>
          <a:blip r:embed="rId5"/>
          <a:stretch>
            <a:fillRect/>
          </a:stretch>
        </p:blipFill>
        <p:spPr>
          <a:xfrm>
            <a:off x="22082760" y="5023796"/>
            <a:ext cx="10881360" cy="6594487"/>
          </a:xfrm>
          <a:prstGeom prst="rect">
            <a:avLst/>
          </a:prstGeom>
        </p:spPr>
      </p:pic>
      <p:sp>
        <p:nvSpPr>
          <p:cNvPr id="332" name="TextBox 331"/>
          <p:cNvSpPr txBox="1"/>
          <p:nvPr/>
        </p:nvSpPr>
        <p:spPr>
          <a:xfrm>
            <a:off x="22082760" y="12161520"/>
            <a:ext cx="10881360" cy="1097280"/>
          </a:xfrm>
          <a:prstGeom prst="rect">
            <a:avLst/>
          </a:prstGeom>
          <a:noFill/>
        </p:spPr>
        <p:txBody>
          <a:bodyPr wrap="square">
            <a:noAutofit/>
          </a:bodyPr>
          <a:lstStyle/>
          <a:p>
            <a:r>
              <a:rPr sz="2400" b="1" i="0">
                <a:solidFill>
                  <a:srgbClr val="000000"/>
                </a:solidFill>
                <a:latin typeface="Times New Roman"/>
              </a:rPr>
              <a:t>Figure 2.</a:t>
            </a:r>
            <a:r>
              <a:rPr sz="2400" b="0" i="0">
                <a:solidFill>
                  <a:srgbClr val="000000"/>
                </a:solidFill>
                <a:latin typeface="Times New Roman"/>
              </a:rPr>
              <a:t> Study designs: 18 quantitative (51%), 14 qualitative (40%), 2 mixed-methods, and 1 not reported.</a:t>
            </a:r>
          </a:p>
        </p:txBody>
      </p:sp>
      <p:pic>
        <p:nvPicPr>
          <p:cNvPr id="333" name="Picture 332" descr="fig1_outcomes_bar.png"/>
          <p:cNvPicPr>
            <a:picLocks noChangeAspect="1"/>
          </p:cNvPicPr>
          <p:nvPr/>
        </p:nvPicPr>
        <p:blipFill>
          <a:blip r:embed="rId6"/>
          <a:stretch>
            <a:fillRect/>
          </a:stretch>
        </p:blipFill>
        <p:spPr>
          <a:xfrm>
            <a:off x="12892413" y="13487400"/>
            <a:ext cx="18563572" cy="7818120"/>
          </a:xfrm>
          <a:prstGeom prst="rect">
            <a:avLst/>
          </a:prstGeom>
        </p:spPr>
      </p:pic>
      <p:sp>
        <p:nvSpPr>
          <p:cNvPr id="334" name="TextBox 333"/>
          <p:cNvSpPr txBox="1"/>
          <p:nvPr/>
        </p:nvSpPr>
        <p:spPr>
          <a:xfrm>
            <a:off x="11347704" y="21351240"/>
            <a:ext cx="21762720" cy="1097280"/>
          </a:xfrm>
          <a:prstGeom prst="rect">
            <a:avLst/>
          </a:prstGeom>
          <a:noFill/>
        </p:spPr>
        <p:txBody>
          <a:bodyPr wrap="square">
            <a:noAutofit/>
          </a:bodyPr>
          <a:lstStyle/>
          <a:p>
            <a:r>
              <a:rPr sz="2400" b="1" i="0">
                <a:solidFill>
                  <a:srgbClr val="000000"/>
                </a:solidFill>
                <a:latin typeface="Times New Roman"/>
              </a:rPr>
              <a:t>Figure 3.</a:t>
            </a:r>
            <a:r>
              <a:rPr sz="2400" b="0" i="0">
                <a:solidFill>
                  <a:srgbClr val="000000"/>
                </a:solidFill>
                <a:latin typeface="Times New Roman"/>
              </a:rPr>
              <a:t> Psychosexual and relational challenges were the most frequently reported outcome (24 of 35 studies); depression and anxiety were the least often assessed of the four outcome domains (14 of 35). Studies could report more than one domain.</a:t>
            </a:r>
          </a:p>
        </p:txBody>
      </p:sp>
      <p:pic>
        <p:nvPicPr>
          <p:cNvPr id="335" name="Picture 334" descr="fig5_coping_bar.png"/>
          <p:cNvPicPr>
            <a:picLocks noChangeAspect="1"/>
          </p:cNvPicPr>
          <p:nvPr/>
        </p:nvPicPr>
        <p:blipFill>
          <a:blip r:embed="rId7"/>
          <a:stretch>
            <a:fillRect/>
          </a:stretch>
        </p:blipFill>
        <p:spPr>
          <a:xfrm>
            <a:off x="11173968" y="24408271"/>
            <a:ext cx="10241280" cy="4401537"/>
          </a:xfrm>
          <a:prstGeom prst="rect">
            <a:avLst/>
          </a:prstGeom>
        </p:spPr>
      </p:pic>
      <p:sp>
        <p:nvSpPr>
          <p:cNvPr id="336" name="TextBox 335"/>
          <p:cNvSpPr txBox="1"/>
          <p:nvPr/>
        </p:nvSpPr>
        <p:spPr>
          <a:xfrm>
            <a:off x="11173968" y="30495240"/>
            <a:ext cx="10241280" cy="1463040"/>
          </a:xfrm>
          <a:prstGeom prst="rect">
            <a:avLst/>
          </a:prstGeom>
          <a:noFill/>
        </p:spPr>
        <p:txBody>
          <a:bodyPr wrap="square">
            <a:noAutofit/>
          </a:bodyPr>
          <a:lstStyle/>
          <a:p>
            <a:r>
              <a:rPr sz="2400" b="1" i="0">
                <a:solidFill>
                  <a:srgbClr val="000000"/>
                </a:solidFill>
                <a:latin typeface="Times New Roman"/>
              </a:rPr>
              <a:t>Figure 4.</a:t>
            </a:r>
            <a:r>
              <a:rPr sz="2400" b="0" i="0">
                <a:solidFill>
                  <a:srgbClr val="000000"/>
                </a:solidFill>
                <a:latin typeface="Times New Roman"/>
              </a:rPr>
              <a:t> Coping mechanisms in 15 studies: peer, family, and social support was most common (7), followed by avoidance and concealment (6).</a:t>
            </a:r>
          </a:p>
        </p:txBody>
      </p:sp>
      <p:pic>
        <p:nvPicPr>
          <p:cNvPr id="337" name="Picture 336" descr="fig3_geographic_map.png"/>
          <p:cNvPicPr>
            <a:picLocks noChangeAspect="1"/>
          </p:cNvPicPr>
          <p:nvPr/>
        </p:nvPicPr>
        <p:blipFill>
          <a:blip r:embed="rId8"/>
          <a:stretch>
            <a:fillRect/>
          </a:stretch>
        </p:blipFill>
        <p:spPr>
          <a:xfrm>
            <a:off x="22082760" y="23820691"/>
            <a:ext cx="10881360" cy="5576697"/>
          </a:xfrm>
          <a:prstGeom prst="rect">
            <a:avLst/>
          </a:prstGeom>
        </p:spPr>
      </p:pic>
      <p:sp>
        <p:nvSpPr>
          <p:cNvPr id="338" name="TextBox 337"/>
          <p:cNvSpPr txBox="1"/>
          <p:nvPr/>
        </p:nvSpPr>
        <p:spPr>
          <a:xfrm>
            <a:off x="22082760" y="30495240"/>
            <a:ext cx="10881360" cy="1463040"/>
          </a:xfrm>
          <a:prstGeom prst="rect">
            <a:avLst/>
          </a:prstGeom>
          <a:noFill/>
        </p:spPr>
        <p:txBody>
          <a:bodyPr wrap="square">
            <a:noAutofit/>
          </a:bodyPr>
          <a:lstStyle/>
          <a:p>
            <a:r>
              <a:rPr sz="2400" b="1" i="0">
                <a:solidFill>
                  <a:srgbClr val="000000"/>
                </a:solidFill>
                <a:latin typeface="Times New Roman"/>
              </a:rPr>
              <a:t>Figure 5.</a:t>
            </a:r>
            <a:r>
              <a:rPr sz="2400" b="0" i="0">
                <a:solidFill>
                  <a:srgbClr val="000000"/>
                </a:solidFill>
                <a:latin typeface="Times New Roman"/>
              </a:rPr>
              <a:t> Europe and Asia contributed 14 studies each, Africa and Oceania 1 each, and South America none (2 multinational studies not mapped).</a:t>
            </a:r>
          </a:p>
        </p:txBody>
      </p:sp>
    </p:spTree>
    <p:extLst>
      <p:ext uri="{BB962C8B-B14F-4D97-AF65-F5344CB8AC3E}">
        <p14:creationId xmlns:p14="http://schemas.microsoft.com/office/powerpoint/2010/main" val="1113384405"/>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late">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Slate">
      <a:majorFont>
        <a:latin typeface="Calisto MT"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alisto MT"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late">
      <a:fillStyleLst>
        <a:solidFill>
          <a:schemeClr val="phClr"/>
        </a:solidFill>
        <a:gradFill rotWithShape="1">
          <a:gsLst>
            <a:gs pos="0">
              <a:schemeClr val="phClr">
                <a:tint val="60000"/>
                <a:lumMod val="110000"/>
              </a:schemeClr>
            </a:gs>
            <a:gs pos="100000">
              <a:schemeClr val="phClr">
                <a:tint val="88000"/>
              </a:schemeClr>
            </a:gs>
          </a:gsLst>
          <a:lin ang="5400000" scaled="0"/>
        </a:gradFill>
        <a:gradFill rotWithShape="1">
          <a:gsLst>
            <a:gs pos="0">
              <a:schemeClr val="phClr">
                <a:tint val="96000"/>
                <a:lumMod val="104000"/>
              </a:schemeClr>
            </a:gs>
            <a:gs pos="100000">
              <a:schemeClr val="phClr">
                <a:shade val="90000"/>
                <a:lumMod val="90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63500" dist="25400" dir="5400000" rotWithShape="0">
              <a:srgbClr val="000000">
                <a:alpha val="60000"/>
              </a:srgbClr>
            </a:outerShdw>
          </a:effectLst>
        </a:effectStyle>
        <a:effectStyle>
          <a:effectLst>
            <a:outerShdw blurRad="76200" dist="38100" dir="5400000" rotWithShape="0">
              <a:srgbClr val="000000">
                <a:alpha val="75000"/>
              </a:srgbClr>
            </a:outerShdw>
          </a:effectLst>
          <a:scene3d>
            <a:camera prst="orthographicFront">
              <a:rot lat="0" lon="0" rev="0"/>
            </a:camera>
            <a:lightRig rig="threePt" dir="t">
              <a:rot lat="0" lon="0" rev="1200000"/>
            </a:lightRig>
          </a:scene3d>
          <a:sp3d>
            <a:bevelT w="63500" h="25400" prst="hardEdge"/>
          </a:sp3d>
        </a:effectStyle>
      </a:effectStyleLst>
      <a:bgFillStyleLst>
        <a:solidFill>
          <a:schemeClr val="phClr"/>
        </a:solidFill>
        <a:solidFill>
          <a:schemeClr val="phClr"/>
        </a:solidFill>
        <a:blipFill rotWithShape="1">
          <a:blip xmlns:r="http://schemas.openxmlformats.org/officeDocument/2006/relationships" r:embed="rId1">
            <a:duotone>
              <a:schemeClr val="phClr">
                <a:shade val="80000"/>
                <a:lumMod val="80000"/>
              </a:schemeClr>
              <a:schemeClr val="phClr">
                <a:tint val="98000"/>
              </a:schemeClr>
            </a:duotone>
          </a:blip>
          <a:stretch/>
        </a:blipFill>
      </a:bgFillStyleLst>
    </a:fmtScheme>
  </a:themeElements>
  <a:objectDefaults/>
  <a:extraClrSchemeLst/>
  <a:extLst>
    <a:ext uri="{05A4C25C-085E-4340-85A3-A5531E510DB2}">
      <thm15:themeFamily xmlns:thm15="http://schemas.microsoft.com/office/thememl/2012/main" name="Slate" id="{C3F70B94-7CE9-428E-ADC1-3269CC2C3385}" vid="{3F2DE9A5-64E6-437C-A389-CC4477E817E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TM04033929[[fn=Slate]]</Template>
  <TotalTime>25711</TotalTime>
  <Words>901</Words>
  <Application>Microsoft Office PowerPoint</Application>
  <PresentationFormat>Custom</PresentationFormat>
  <Paragraphs>65</Paragraphs>
  <Slides>1</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vt:i4>
      </vt:variant>
    </vt:vector>
  </HeadingPairs>
  <TitlesOfParts>
    <vt:vector size="9" baseType="lpstr">
      <vt:lpstr>Arial</vt:lpstr>
      <vt:lpstr>Calibri</vt:lpstr>
      <vt:lpstr>Calisto MT</vt:lpstr>
      <vt:lpstr>Garamond</vt:lpstr>
      <vt:lpstr>Lucida Grande</vt:lpstr>
      <vt:lpstr>Times New Roman</vt:lpstr>
      <vt:lpstr>Wingdings 2</vt:lpstr>
      <vt:lpstr>Slate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Ryan Montalvo</dc:creator>
  <cp:lastModifiedBy>Shobayo, Ifeoluwanimi</cp:lastModifiedBy>
  <cp:revision>321</cp:revision>
  <dcterms:created xsi:type="dcterms:W3CDTF">2013-10-19T16:33:22Z</dcterms:created>
  <dcterms:modified xsi:type="dcterms:W3CDTF">2026-09-03T22:07:59Z</dcterms:modified>
</cp:coreProperties>
</file>