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2338792"/>
            <a:ext cx="9253728" cy="4270248"/>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20848320"/>
            <a:ext cx="9253728" cy="1490472"/>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861304"/>
            <a:ext cx="9253728" cy="14895576"/>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1636776"/>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907024"/>
            <a:ext cx="9034272" cy="14804136"/>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r>
              <a:rPr sz="2200" b="0" i="0">
                <a:solidFill>
                  <a:srgbClr val="000000"/>
                </a:solidFill>
                <a:latin typeface="Times New Roman"/>
              </a:rPr>
              <a:t> 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13</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14</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15</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16</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17</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18</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19,20</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Conclusion</a:t>
            </a:r>
          </a:p>
          <a:p>
            <a:pPr algn="just">
              <a:lnSpc>
                <a:spcPct val="100000"/>
              </a:lnSpc>
              <a:spcAft>
                <a:spcPts val="4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English-language database literature from 2019–2026 only, without grey literature; many small, single-center samples; heterogeneous designs and measures; possible overlapping samples; 5 studies assessed from abstracts only; no quality appraisal, and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