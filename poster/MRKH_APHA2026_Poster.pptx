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English-language database literature from 2019–2026 only, without grey literature; many small, single-center samples; heterogeneous designs and measures; possible overlapping samples; 5 studies assessed from abstracts only; no quality appraisal, and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AI-assisted screening and charting, checked against full text for 30 of 35 studies. Charted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